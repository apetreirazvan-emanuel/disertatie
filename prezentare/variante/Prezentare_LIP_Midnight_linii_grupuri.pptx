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Buna ziua. Ma numesc Razvan Apetrei si astazi va prezint lucrarea mea de disertatie despre problema celui mai lung drum indus, realizata sub indrumarea domnului lector Cristian Frasinaru. (20 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Definitia pe scurt: alegem varfuri, iar subgraful indus de ele pastreaza automat toate muchiile dintre ele. Daca acest subgraf este exact un drum, deci fara scurtaturi intre varfuri neconsecutive, avem un drum indus. In stanga, drumul 1-5 este indus. In dreapta, acelasi drum nu mai este indus, pentru ca muchia 2-4 este o coarda. Problema cere drumul indus de lungime maxima si este NP-completa chiar si pe grafuri bipartite. (1,5 min)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Trei motivatii practice: in retele de comunicatii si transport, lungimea drumului indus maxim da distanta in cel mai rau caz cand nodurile intermediare cedeaza. A doua: problema snake-in-the-box, unde drumurile induse in hipercuburi sunt exact serpii din codurile Gray corectoare de erori. A treia: in retele sociale, e cel mai lung lant de propagare a unei informatii. Si motivatia stiintifica: in literatura exista doar metode exacte, nicio metaeuristica. Acesta e golul pe care il umple lucrarea. (1,5 min)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 familie de metode exacte: programarea liniara intreaga. Modelam problema cu variabile binare care spun ce varfuri si muchii intra in drum, iar restrictiile forteaza forma de drum indus, fara scurtaturi; modelul se da unui solver. Cele mai puternice variante, CEC si CUT ale lui Marzo, il rezolva prin branch and bound cu taieturi: relaxarea liniara da o margine superioara, ramificam pe cate o variabila, iar ramurile care nu pot depasi cea mai buna solutie gasita se taie complet. Restrictiile care interzic ciclurile sunt exponential de multe, asa ca se adauga doar cand o solutie le incalca, de aceea branch and cut. CEC foloseste restrictii de ciclu, CUT restrictii de conectivitate. Formularea detaliata e pe slide-ul de backup, daca apar intrebari. (1,5 min)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treia abordare din literatura: backtracking. Enumeram recursiv toate drumurile induse maximale, pornind din fiecare varf. Imaginea, luata din demo-ul pe care l-am construit, arata exact starea cautarii: drumul curent e albastru, extensiile inca valide sunt verzi, iar rosii sunt varfurile interzise definitiv pentru ca sunt vecine cu drumul. Cand nu mai putem extinde, facem backtracking. Metoda gaseste sigur optimul, dar explodeaza combinatorial. Varianta euristica, HLIPP, taie cautarea: abandoneaza un varf de start dupa 10.000 de drumuri fara imbunatatire. Concluzia intregii sectiuni: metodele exacte demonstreaza optimul, dar peste cateva sute de varfuri devin impracticabile. (1,5 min)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Inainte de algoritmii propusi, de ce e greu sa faci o metaeuristica pentru aceasta problema. Spatiul de cautare e urias, dar solutiile valide sunt extrem de rare: aproape orice submultime de varfuri contine o coarda. In figura, aceeasi situatie cu doua alegeri: sus, daca aleg v4, vecinii lui v5 si v6 devin interzisi si drumul moare la 4 varfuri; jos, daca aleg v5, drumul continua prin v7 si v8 pana la 6 varfuri. O singura decizie schimba tot. De aceea operatorii clasici de mutatie si incrucisare produc aproape mereu solutii invalide, iar algoritmii se blocheaza in maxime locale. Ambii algoritmi pe care ii propun sunt construiti special in jurul acestor probleme. (1 min)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Primul algoritm propus: optimizare cu colonii de furnici, prima abordare de acest fel pentru problema noastra. Ideea generala: furnicile sunt cautari care construiesc drumuri induse, ghidate de feromonul depus pe muchii. O iteratie are patru faze: furnicile exploreaza, cel mai lung drum castiga, feromonul se evapora putin peste tot, apoi se depune pe drumurile bune. Asa apare feedback-ul pozitiv: muchiile bune devin tot mai atractive. AICI: daca ai inserat clipul video de 30 de secunde de pe Drive, il rulezi acum in locul imaginii statice; altfel descrii imaginea din demo. Pe tema aceasta inchisa, clipul se contopeste cu fundalul slide-ului. (1,5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Acum componentele. Prima adaptare majora: constructia drumului nu e mersul inainte clasic de la TSP, care s-ar bloca imediat in fundaturi, ci un DFS ghidat de feromoni, cu backtracking. A doua: explorarea bidirectionala, adica a doua cautare porneste din capatul drumului gasit, ca sa creasca si in directia opusa. Contributia cheie e feromonul directional: tau de la v la u este independent de tau de la u la v. In figura: muchia dintre v4 si v5 e o capcana parcursa spre dreapta, fiindca v5 e o fundatura, dar e valoroasa spre stanga, fiindca de acolo drumul continua. Un feromon nedirectional ar amesteca cele doua semnale. Peste toate acestea: evaporare adaptiva la stagnare, restarturi cu lista tabu si rulare in paralel. (1,5 min)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ce cautam de doua ori: e acelasi truc folosit la calculul diametrului unui graf cu doua parcurgeri BFS. O cautare creste drumul doar dinspre vârful de start, deci startul ramane un capat al drumului gasit. Sus: daca startul pica in mijlocul drumului lung, gasim cel mult o jumatate, aici 5 varfuri din 9. Jos: a doua cautare porneste exact din capatul gasit de prima si poate parcurge drumul intreg, toate cele 9 varfuri. In ACO, la fiecare iteratie, a doua cautare porneste din capatul celui mai bun drum gasit, cu feromonul deja depus pe muchii. (1 min)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doilea algoritm propus: un algoritm genetic. Mai intai ideea generala, pentru cine nu e familiar: mentinem o populatie de solutii candidate. La fiecare generatie evaluam fitness-ul, selectam indivizii buni, ii combinam prin incrucisare, ii perturbam prin mutatie, si repetam pana la limita de timp. Peste schema clasica am adaugat doua mecanisme de diversitate: injectam constant indivizi noi generati de la zero, iar daca populatia stagneaza, o repornim partial, pastrand elitele. (1 min)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Reprezentarea: fiecare individ este un vector ordonat de varfuri care formeaza un drum indus valid, iar fitness-ul este pur si simplu lungimea drumului. Pastrarea ordinii in vector face operatiile la capete foarte rapide, iar toti operatorii sunt construiti astfel incat rezultatul sa ramana mereu un drum indus valid. (40 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Mutatia: taiem cateva varfuri de la ambele capete ale drumului, pastram mijlocul, apoi re-extindem prin DFS in ambele directii. In exemplu: drumul original v1-v6 are 6 varfuri si e maximal, capetele lui sunt infundate. Taiem v1, v2 si v6, pastram mijlocul v3-v4-v5, iar DFS-ul gaseste alte capete: prin v7 si v8 in stanga, prin v9, v10, v11 in dreapta. Rezultatul are 8 varfuri, mai lung decat originalul de 6. Practic e o cautare locala in jurul solutiei curente: pastram ce e bun si incercam alte capete. (40 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Incrucisarea combina doi parinti prin uniunea multimilor lor de varfuri. Uniunea a doua drumuri induse nu mai e un drum indus, asa ca nu reparam nimic: rulam DFS-ul nostru in subgraful indus de uniune, gasim acolo cel mai bun drum, apoi il extindem cu varfuri din tot graful. Rolul operatorului este diversificarea: schimbari mari, dar mereu valide prin constructie. (40 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Selectia: varianta implicita este turneul, simpla si rapida: alegem doi indivizi la intamplare si castiga cel cu fitness mai mare. Am testat si ruleta, in care probabilitatea de supravietuire e proportionala cu fitness-ul, ca in figura. Peste ambele aplicam elitism: cei mai buni indivizi trec direct in generatia urmatoare, deci cea mai buna solutie gasita nu se pierde niciodata. (40 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Evaluarea: cele 24 de grafuri reale standard din literatura, de la retele sociale la reteaua electrica si reteaua de interactiuni proteice yeast. In mijloc vedeti reteaua usair, transportul aerian din SUA: 332 de aeroporturi, la pozitiile geografice reale. Sunt date reale, cu structura tipica hub-and-spoke. La acestea se adauga o instanta produsa de generatorul propriu, care planteaza un drum indus de lungime cunoscuta si il ingroapa in zgomot organizat in clici, cu capcane la capete. Asa stim o margine inferioara a optimului si putem masura cat de aproape ajunge fiecare algoritm. Configuratia experimentelor apare pe slide-ul cu tabelul detaliat. (1 min)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Tabelul cu rezultate, valorile maxime din 5 rulari pentru GA si ACO. Cu aldin sunt valorile care ating optimul demonstrat. Pe instantele mici toata lumea gaseste optimul, desi HLIPP il rateaza uneori, ca la dolphins sau sanjuansur. Pana la 662 de varfuri, CEC si CUT demonstreaza optimul, iar ACO il atinge si el, mult mai repede. Pe 662bus ACO ajunge la 302 din 305. Apoi povestea se schimba: pe yeast, cu 2.361 de varfuri, metodele exacte raman la 184, HLIPP la 204, iar ACO ajunge la 395, cel mai bun rezultat cunoscut pentru aceasta instanta. Pe instanta generata, densa, cu 5.000 de varfuri, castiga algoritmul genetic cu 395, fata de 339 la ACO si 51 la metodele exacte. (2 min)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Varianta detaliata a tabelului, cu minim, medie si maxim pe 5 rulari, plus timpii de rulare. De remarcat consistenta: pe toate instantele pana la 494bus, GA si ACO gasesc optimul in absolut fiecare rulare. Si viteza: ACO rezolva 494bus in 2,5 secunde, fata de 17 secunde pentru CEC si aproape 10 minute pentru GA. NOTA: acest slide si cel anterior arata aceleasi rezultate in doua formate; pastreaza in prezentarea finala varianta preferata si muta cealalta la backup. (1 min)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Concluzia experimentala intr-o imagine. Pe grafurile mici, pana in 662 de varfuri, metodele exacte raman alegerea corecta pentru ca demonstreaza optimul, dar ACO atinge aceleasi valori de zeci de ori mai repede. Pe grafurile mari si rare, ca yeast, domina ACO. Pe grafurile mari si dense, ca instanta generata, domina GA, pentru ca gradul mare dilueaza semnalul feromonului, in timp ce incrucisarea pe populatie face fata. Cele doua metaeuristici sunt deci complementare. (1 min)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tranzitie pentru demo-ul live, 1-2 minute, dupa prezentare sau inainte de concluzii, cum permite timpul. Pe tema inchisa, captura demo-ului se contopeste cu fundalul slide-ului. Scenariul repetat: 1) demo-ul e deja deschis in browser cu instanta plantata generata (40 varfuri, drum 20); 2) Run pe tab-ul ACO la viteza 1x, narezi cum creste feromonul verde cateva iteratii; 3) Pauza; 4) bifezi Reveal planted path, iar suprapunerea aurie arata cat de aproape e drumul gasit de cel plantat. Plan B daca ceva nu merge: presentation-assets/demo-backup.mp4 (87 s) contine exact acest scenariu inregistrat.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concluzie: metodele existente nu scaleaza dincolo de cateva sute de varfuri. Lucrarea propune primele metaeuristici pentru aceasta problema, un ACO cu feromon directional si un algoritm genetic, iar amandoua scaleaza mult mai bine pe instante mari. Sunt si complementare: ACO castiga pe grafuri mari si rare, cu cel mai bun rezultat cunoscut pe yeast, iar GA pe grafuri mari si dense. Pe langa algoritmi, lucrarea aduce si un generator de instante cu drum plantat pentru evaluare controlata. Directii viitoare: hibridizare, selectie adaptiva dupa structura grafului si componente memetice. Va multumesc. (1 min)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backup pentru intrebari: rezultatele complete pe toate cele 25 de instante, identice cu Tabelul 3.1 din lucrare (GA si ACO ca medii pe 5 rulari).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backup cu formularea IP3 a lui Matsypura, pentru intrebari despre modelul ILP. Variabila x-i-t este 1 daca varful i este vizitat la pasul t; restrictiile, de sus in jos, urmeaza explicatiile din dreapta.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822960"/>
            <a:ext cx="10332720" cy="822960"/>
          </a:xfrm>
          <a:prstGeom prst="rect">
            <a:avLst/>
          </a:prstGeom>
          <a:noFill/>
        </p:spPr>
        <p:txBody>
          <a:bodyPr wrap="square">
            <a:spAutoFit/>
          </a:bodyPr>
          <a:lstStyle/>
          <a:p>
            <a:pPr algn="ctr">
              <a:spcAft>
                <a:spcPts val="600"/>
              </a:spcAft>
              <a:buNone/>
            </a:pPr>
            <a:r>
              <a:rPr sz="1500" b="0" i="0">
                <a:solidFill>
                  <a:srgbClr val="97A2B8"/>
                </a:solidFill>
                <a:latin typeface="Arial"/>
              </a:rPr>
              <a:t>Universitatea Alexandru Ioan Cuza din Iași, Facultatea de Informatică</a:t>
            </a:r>
          </a:p>
        </p:txBody>
      </p:sp>
      <p:sp>
        <p:nvSpPr>
          <p:cNvPr id="4" name="TextBox 3"/>
          <p:cNvSpPr txBox="1"/>
          <p:nvPr/>
        </p:nvSpPr>
        <p:spPr>
          <a:xfrm>
            <a:off x="914400" y="2148840"/>
            <a:ext cx="10332720" cy="1737360"/>
          </a:xfrm>
          <a:prstGeom prst="rect">
            <a:avLst/>
          </a:prstGeom>
          <a:noFill/>
        </p:spPr>
        <p:txBody>
          <a:bodyPr wrap="square">
            <a:spAutoFit/>
          </a:bodyPr>
          <a:lstStyle/>
          <a:p>
            <a:pPr algn="ctr">
              <a:spcAft>
                <a:spcPts val="400"/>
              </a:spcAft>
              <a:buNone/>
            </a:pPr>
            <a:r>
              <a:rPr sz="4000" b="1" i="0">
                <a:solidFill>
                  <a:srgbClr val="EAF0FA"/>
                </a:solidFill>
                <a:latin typeface="Arial"/>
              </a:rPr>
              <a:t>Problema celui mai lung drum indus</a:t>
            </a:r>
          </a:p>
          <a:p>
            <a:pPr algn="ctr">
              <a:spcAft>
                <a:spcPts val="0"/>
              </a:spcAft>
              <a:buNone/>
            </a:pPr>
            <a:r>
              <a:rPr sz="2000" b="0" i="1">
                <a:solidFill>
                  <a:srgbClr val="97A2B8"/>
                </a:solidFill>
                <a:latin typeface="Arial"/>
              </a:rPr>
              <a:t>The Longest Induced Path Problem</a:t>
            </a:r>
          </a:p>
        </p:txBody>
      </p:sp>
      <p:sp>
        <p:nvSpPr>
          <p:cNvPr id="5" name="Rectangle 4"/>
          <p:cNvSpPr/>
          <p:nvPr/>
        </p:nvSpPr>
        <p:spPr>
          <a:xfrm>
            <a:off x="5413248" y="3913632"/>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343400"/>
            <a:ext cx="10332720" cy="1554480"/>
          </a:xfrm>
          <a:prstGeom prst="rect">
            <a:avLst/>
          </a:prstGeom>
          <a:noFill/>
        </p:spPr>
        <p:txBody>
          <a:bodyPr wrap="square">
            <a:spAutoFit/>
          </a:bodyPr>
          <a:lstStyle/>
          <a:p>
            <a:pPr algn="ctr">
              <a:spcAft>
                <a:spcPts val="200"/>
              </a:spcAft>
              <a:buNone/>
            </a:pPr>
            <a:r>
              <a:rPr sz="2000" b="1" i="0">
                <a:solidFill>
                  <a:srgbClr val="EAF0FA"/>
                </a:solidFill>
                <a:latin typeface="Arial"/>
              </a:rPr>
              <a:t>Apetrei Răzvan-Emanuel</a:t>
            </a:r>
          </a:p>
          <a:p>
            <a:pPr algn="ctr">
              <a:spcAft>
                <a:spcPts val="200"/>
              </a:spcAft>
              <a:buNone/>
            </a:pPr>
            <a:r>
              <a:rPr sz="1500" b="0" i="0">
                <a:solidFill>
                  <a:srgbClr val="C6CFDF"/>
                </a:solidFill>
                <a:latin typeface="Arial"/>
              </a:rPr>
              <a:t>Coordonator științific: Lect. dr. Cristian Frăsinaru</a:t>
            </a:r>
          </a:p>
          <a:p>
            <a:pPr algn="ctr">
              <a:spcAft>
                <a:spcPts val="0"/>
              </a:spcAft>
              <a:buNone/>
            </a:pPr>
            <a:r>
              <a:rPr sz="1300" b="0" i="0">
                <a:solidFill>
                  <a:srgbClr val="97A2B8"/>
                </a:solidFill>
                <a:latin typeface="Arial"/>
              </a:rPr>
              <a:t>Sesiunea iulie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Ce este un drum indus?</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ef_indus.png"/>
          <p:cNvPicPr>
            <a:picLocks noChangeAspect="1"/>
          </p:cNvPicPr>
          <p:nvPr/>
        </p:nvPicPr>
        <p:blipFill>
          <a:blip r:embed="rId2"/>
          <a:stretch>
            <a:fillRect/>
          </a:stretch>
        </p:blipFill>
        <p:spPr>
          <a:xfrm>
            <a:off x="1252728" y="1097280"/>
            <a:ext cx="9692640" cy="3657600"/>
          </a:xfrm>
          <a:prstGeom prst="rect">
            <a:avLst/>
          </a:prstGeom>
        </p:spPr>
      </p:pic>
      <p:sp>
        <p:nvSpPr>
          <p:cNvPr id="5" name="TextBox 4"/>
          <p:cNvSpPr txBox="1"/>
          <p:nvPr/>
        </p:nvSpPr>
        <p:spPr>
          <a:xfrm>
            <a:off x="731520" y="4937760"/>
            <a:ext cx="10789920" cy="1737360"/>
          </a:xfrm>
          <a:prstGeom prst="rect">
            <a:avLst/>
          </a:prstGeom>
          <a:noFill/>
        </p:spPr>
        <p:txBody>
          <a:bodyPr wrap="square">
            <a:spAutoFit/>
          </a:bodyPr>
          <a:lstStyle/>
          <a:p>
            <a:pPr algn="l" indent="-137160" marL="137160">
              <a:spcAft>
                <a:spcPts val="600"/>
              </a:spcAft>
              <a:buFont typeface="Arial"/>
              <a:buChar char="•"/>
            </a:pPr>
            <a:r>
              <a:rPr sz="1700" b="0" i="0">
                <a:solidFill>
                  <a:srgbClr val="C6CFDF"/>
                </a:solidFill>
                <a:latin typeface="Arial"/>
              </a:rPr>
              <a:t>Alegem o mulțime de vârfuri; subgraful indus păstrează toate muchiile dintre ele.</a:t>
            </a:r>
          </a:p>
          <a:p>
            <a:pPr algn="l" indent="-137160" marL="137160">
              <a:spcAft>
                <a:spcPts val="600"/>
              </a:spcAft>
              <a:buFont typeface="Arial"/>
              <a:buChar char="•"/>
            </a:pPr>
            <a:r>
              <a:rPr sz="1700" b="0" i="0">
                <a:solidFill>
                  <a:srgbClr val="C6CFDF"/>
                </a:solidFill>
                <a:latin typeface="Arial"/>
              </a:rPr>
              <a:t>Dacă subgraful este exact un drum, fără nicio scurtătură (coardă), avem un drum indus.</a:t>
            </a:r>
          </a:p>
          <a:p>
            <a:pPr algn="l" indent="-137160" marL="137160">
              <a:spcAft>
                <a:spcPts val="600"/>
              </a:spcAft>
              <a:buFont typeface="Arial"/>
              <a:buChar char="•"/>
            </a:pPr>
            <a:r>
              <a:rPr sz="1700" b="1" i="0">
                <a:solidFill>
                  <a:srgbClr val="EAF0FA"/>
                </a:solidFill>
                <a:latin typeface="Arial"/>
              </a:rPr>
              <a:t>LIP: găsiți drumul indus cu număr maxim de vârfuri. NP-complet, chiar și pe grafuri bipartite.</a:t>
            </a:r>
          </a:p>
        </p:txBody>
      </p:sp>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De ce merită studiată?</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280160"/>
            <a:ext cx="3566160" cy="3291840"/>
          </a:xfrm>
          <a:prstGeom prst="roundRect">
            <a:avLst>
              <a:gd name="adj" fmla="val 5500"/>
            </a:avLst>
          </a:prstGeom>
          <a:solidFill>
            <a:srgbClr val="161F33"/>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1508760"/>
            <a:ext cx="3108960" cy="2926080"/>
          </a:xfrm>
          <a:prstGeom prst="rect">
            <a:avLst/>
          </a:prstGeom>
          <a:noFill/>
        </p:spPr>
        <p:txBody>
          <a:bodyPr wrap="square">
            <a:spAutoFit/>
          </a:bodyPr>
          <a:lstStyle/>
          <a:p>
            <a:pPr algn="ctr">
              <a:spcAft>
                <a:spcPts val="800"/>
              </a:spcAft>
              <a:buNone/>
            </a:pPr>
            <a:r>
              <a:rPr sz="3400" b="0" i="0">
                <a:solidFill>
                  <a:srgbClr val="EAF0FA"/>
                </a:solidFill>
                <a:latin typeface="Arial"/>
              </a:rPr>
              <a:t>🌐</a:t>
            </a:r>
          </a:p>
          <a:p>
            <a:pPr algn="ctr">
              <a:spcAft>
                <a:spcPts val="800"/>
              </a:spcAft>
              <a:buNone/>
            </a:pPr>
            <a:r>
              <a:rPr sz="1600" b="1" i="0">
                <a:solidFill>
                  <a:srgbClr val="EAF0FA"/>
                </a:solidFill>
                <a:latin typeface="Arial"/>
              </a:rPr>
              <a:t>Rețele de comunicații și transport</a:t>
            </a:r>
          </a:p>
          <a:p>
            <a:pPr algn="ctr">
              <a:spcAft>
                <a:spcPts val="0"/>
              </a:spcAft>
              <a:buNone/>
            </a:pPr>
            <a:r>
              <a:rPr sz="1350" b="0" i="0">
                <a:solidFill>
                  <a:srgbClr val="C6CFDF"/>
                </a:solidFill>
                <a:latin typeface="Arial"/>
              </a:rPr>
              <a:t>Distanța în cel mai rău caz între două noduri, când nodurile intermediare pot ceda și traficul e forțat pe rute ocolitoare.</a:t>
            </a:r>
          </a:p>
        </p:txBody>
      </p:sp>
      <p:sp>
        <p:nvSpPr>
          <p:cNvPr id="6" name="Rounded Rectangle 5"/>
          <p:cNvSpPr/>
          <p:nvPr/>
        </p:nvSpPr>
        <p:spPr>
          <a:xfrm>
            <a:off x="4334256" y="1280160"/>
            <a:ext cx="3566160" cy="3291840"/>
          </a:xfrm>
          <a:prstGeom prst="roundRect">
            <a:avLst>
              <a:gd name="adj" fmla="val 5500"/>
            </a:avLst>
          </a:prstGeom>
          <a:solidFill>
            <a:srgbClr val="161F33"/>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62856" y="1508760"/>
            <a:ext cx="3108960" cy="2926080"/>
          </a:xfrm>
          <a:prstGeom prst="rect">
            <a:avLst/>
          </a:prstGeom>
          <a:noFill/>
        </p:spPr>
        <p:txBody>
          <a:bodyPr wrap="square">
            <a:spAutoFit/>
          </a:bodyPr>
          <a:lstStyle/>
          <a:p>
            <a:pPr algn="ctr">
              <a:spcAft>
                <a:spcPts val="800"/>
              </a:spcAft>
              <a:buNone/>
            </a:pPr>
            <a:r>
              <a:rPr sz="3400" b="0" i="0">
                <a:solidFill>
                  <a:srgbClr val="EAF0FA"/>
                </a:solidFill>
                <a:latin typeface="Arial"/>
              </a:rPr>
              <a:t>🐍</a:t>
            </a:r>
          </a:p>
          <a:p>
            <a:pPr algn="ctr">
              <a:spcAft>
                <a:spcPts val="800"/>
              </a:spcAft>
              <a:buNone/>
            </a:pPr>
            <a:r>
              <a:rPr sz="1600" b="1" i="0">
                <a:solidFill>
                  <a:srgbClr val="EAF0FA"/>
                </a:solidFill>
                <a:latin typeface="Arial"/>
              </a:rPr>
              <a:t>Snake-in-the-box (coduri corectoare de erori)</a:t>
            </a:r>
          </a:p>
          <a:p>
            <a:pPr algn="ctr">
              <a:spcAft>
                <a:spcPts val="0"/>
              </a:spcAft>
              <a:buNone/>
            </a:pPr>
            <a:r>
              <a:rPr sz="1350" b="0" i="0">
                <a:solidFill>
                  <a:srgbClr val="C6CFDF"/>
                </a:solidFill>
                <a:latin typeface="Arial"/>
              </a:rPr>
              <a:t>Drumurile induse în hipercuburi sunt exact șerpii folosiți în codurile Gray corectoare de erori, o problemă deschisă celebră.</a:t>
            </a:r>
          </a:p>
        </p:txBody>
      </p:sp>
      <p:sp>
        <p:nvSpPr>
          <p:cNvPr id="8" name="Rounded Rectangle 7"/>
          <p:cNvSpPr/>
          <p:nvPr/>
        </p:nvSpPr>
        <p:spPr>
          <a:xfrm>
            <a:off x="8101583" y="1280160"/>
            <a:ext cx="3566160" cy="3291840"/>
          </a:xfrm>
          <a:prstGeom prst="roundRect">
            <a:avLst>
              <a:gd name="adj" fmla="val 5500"/>
            </a:avLst>
          </a:prstGeom>
          <a:solidFill>
            <a:srgbClr val="161F33"/>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30183" y="1508760"/>
            <a:ext cx="3108960" cy="2926080"/>
          </a:xfrm>
          <a:prstGeom prst="rect">
            <a:avLst/>
          </a:prstGeom>
          <a:noFill/>
        </p:spPr>
        <p:txBody>
          <a:bodyPr wrap="square">
            <a:spAutoFit/>
          </a:bodyPr>
          <a:lstStyle/>
          <a:p>
            <a:pPr algn="ctr">
              <a:spcAft>
                <a:spcPts val="800"/>
              </a:spcAft>
              <a:buNone/>
            </a:pPr>
            <a:r>
              <a:rPr sz="3400" b="0" i="0">
                <a:solidFill>
                  <a:srgbClr val="EAF0FA"/>
                </a:solidFill>
                <a:latin typeface="Arial"/>
              </a:rPr>
              <a:t>📢</a:t>
            </a:r>
          </a:p>
          <a:p>
            <a:pPr algn="ctr">
              <a:spcAft>
                <a:spcPts val="800"/>
              </a:spcAft>
              <a:buNone/>
            </a:pPr>
            <a:r>
              <a:rPr sz="1600" b="1" i="0">
                <a:solidFill>
                  <a:srgbClr val="EAF0FA"/>
                </a:solidFill>
                <a:latin typeface="Arial"/>
              </a:rPr>
              <a:t>Rețele sociale</a:t>
            </a:r>
          </a:p>
          <a:p>
            <a:pPr algn="ctr">
              <a:spcAft>
                <a:spcPts val="0"/>
              </a:spcAft>
              <a:buNone/>
            </a:pPr>
            <a:r>
              <a:rPr sz="1350" b="0" i="0">
                <a:solidFill>
                  <a:srgbClr val="C6CFDF"/>
                </a:solidFill>
                <a:latin typeface="Arial"/>
              </a:rPr>
              <a:t>Cel mai lung lanț pe care o informație se poate propaga din persoană în persoană, de la sursă la ultimul destinatar.</a:t>
            </a:r>
          </a:p>
        </p:txBody>
      </p:sp>
      <p:sp>
        <p:nvSpPr>
          <p:cNvPr id="10" name="Rounded Rectangle 9"/>
          <p:cNvSpPr/>
          <p:nvPr/>
        </p:nvSpPr>
        <p:spPr>
          <a:xfrm>
            <a:off x="566928" y="4937760"/>
            <a:ext cx="11027664" cy="1234440"/>
          </a:xfrm>
          <a:prstGeom prst="roundRect">
            <a:avLst>
              <a:gd name="adj" fmla="val 5500"/>
            </a:avLst>
          </a:prstGeom>
          <a:solidFill>
            <a:srgbClr val="2B2410"/>
          </a:solidFill>
          <a:ln w="12700">
            <a:solidFill>
              <a:srgbClr val="7A63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093208"/>
            <a:ext cx="10424160" cy="960120"/>
          </a:xfrm>
          <a:prstGeom prst="rect">
            <a:avLst/>
          </a:prstGeom>
          <a:noFill/>
        </p:spPr>
        <p:txBody>
          <a:bodyPr wrap="square">
            <a:spAutoFit/>
          </a:bodyPr>
          <a:lstStyle/>
          <a:p>
            <a:pPr algn="ctr">
              <a:spcAft>
                <a:spcPts val="200"/>
              </a:spcAft>
              <a:buNone/>
            </a:pPr>
            <a:r>
              <a:rPr sz="1800" b="1" i="0">
                <a:solidFill>
                  <a:srgbClr val="EAF0FA"/>
                </a:solidFill>
                <a:latin typeface="Arial"/>
              </a:rPr>
              <a:t>Golul din literatură: doar metode exacte (ILP, backtracking), nicio metaeuristică.</a:t>
            </a:r>
          </a:p>
          <a:p>
            <a:pPr algn="ctr">
              <a:spcAft>
                <a:spcPts val="0"/>
              </a:spcAft>
              <a:buNone/>
            </a:pPr>
            <a:r>
              <a:rPr sz="1500" b="0" i="0">
                <a:solidFill>
                  <a:srgbClr val="C6CFDF"/>
                </a:solidFill>
                <a:latin typeface="Arial"/>
              </a:rPr>
              <a:t>Exact aici intervine această lucrare.</a:t>
            </a:r>
          </a:p>
        </p:txBody>
      </p:sp>
      <p:sp>
        <p:nvSpPr>
          <p:cNvPr id="12" name="TextBox 11"/>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Stadiul actual: programare liniară întreagă</a:t>
            </a:r>
          </a:p>
          <a:p>
            <a:pPr algn="l">
              <a:spcAft>
                <a:spcPts val="0"/>
              </a:spcAft>
              <a:buNone/>
            </a:pPr>
            <a:r>
              <a:rPr sz="1400" b="0" i="0">
                <a:solidFill>
                  <a:srgbClr val="97A2B8"/>
                </a:solidFill>
                <a:latin typeface="Arial"/>
              </a:rPr>
              <a:t>Matsypura et al. 2019; Marzo et al. 2022: formulările CEC și CUT</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325880"/>
            <a:ext cx="5349240" cy="5120640"/>
          </a:xfrm>
          <a:prstGeom prst="rect">
            <a:avLst/>
          </a:prstGeom>
          <a:noFill/>
        </p:spPr>
        <p:txBody>
          <a:bodyPr wrap="square">
            <a:spAutoFit/>
          </a:bodyPr>
          <a:lstStyle/>
          <a:p>
            <a:pPr algn="l" indent="-137160" marL="137160">
              <a:spcAft>
                <a:spcPts val="1200"/>
              </a:spcAft>
              <a:buFont typeface="Arial"/>
              <a:buChar char="•"/>
            </a:pPr>
            <a:r>
              <a:rPr sz="1650" b="0" i="0">
                <a:solidFill>
                  <a:srgbClr val="C6CFDF"/>
                </a:solidFill>
                <a:latin typeface="Arial"/>
              </a:rPr>
              <a:t>Modelăm problema cu variabile binare: ce vârfuri și muchii intră în drum; restricțiile forțează forma de drum indus, fără scurtături.</a:t>
            </a:r>
          </a:p>
          <a:p>
            <a:pPr algn="l" indent="-137160" marL="137160">
              <a:spcAft>
                <a:spcPts val="1200"/>
              </a:spcAft>
              <a:buFont typeface="Arial"/>
              <a:buChar char="•"/>
            </a:pPr>
            <a:r>
              <a:rPr sz="1650" b="0" i="0">
                <a:solidFill>
                  <a:srgbClr val="C6CFDF"/>
                </a:solidFill>
                <a:latin typeface="Arial"/>
              </a:rPr>
              <a:t>Relaxarea LP (fără cerința de întregi) dă o margine superioară pentru fiecare ramură.</a:t>
            </a:r>
          </a:p>
          <a:p>
            <a:pPr algn="l" indent="-137160" marL="137160">
              <a:spcAft>
                <a:spcPts val="1200"/>
              </a:spcAft>
              <a:buFont typeface="Arial"/>
              <a:buChar char="•"/>
            </a:pPr>
            <a:r>
              <a:rPr sz="1650" b="0" i="0">
                <a:solidFill>
                  <a:srgbClr val="C6CFDF"/>
                </a:solidFill>
                <a:latin typeface="Arial"/>
              </a:rPr>
              <a:t>Ramificăm pe câte o variabilă; ramurile care nu pot depăși cea mai bună soluție găsită se taie.</a:t>
            </a:r>
          </a:p>
          <a:p>
            <a:pPr algn="l" indent="-137160" marL="137160">
              <a:spcAft>
                <a:spcPts val="1200"/>
              </a:spcAft>
              <a:buFont typeface="Arial"/>
              <a:buChar char="•"/>
            </a:pPr>
            <a:r>
              <a:rPr sz="1650" b="0" i="0">
                <a:solidFill>
                  <a:srgbClr val="C6CFDF"/>
                </a:solidFill>
                <a:latin typeface="Arial"/>
              </a:rPr>
              <a:t>Restricțiile de eliminare a ciclurilor sunt exponențial de multe, deci se adaugă doar când o soluție le încalcă (branch and cut).</a:t>
            </a:r>
          </a:p>
          <a:p>
            <a:pPr algn="l" indent="-137160" marL="137160">
              <a:spcAft>
                <a:spcPts val="600"/>
              </a:spcAft>
              <a:buFont typeface="Arial"/>
              <a:buChar char="•"/>
            </a:pPr>
            <a:r>
              <a:rPr sz="1650" b="1" i="0">
                <a:solidFill>
                  <a:srgbClr val="EAF0FA"/>
                </a:solidFill>
                <a:latin typeface="Arial"/>
              </a:rPr>
              <a:t>CEC folosește restricții de ciclu, CUT restricții de conectivitate (tăieturi).</a:t>
            </a:r>
          </a:p>
        </p:txBody>
      </p:sp>
      <p:pic>
        <p:nvPicPr>
          <p:cNvPr id="5" name="Picture 4" descr="bnb.png"/>
          <p:cNvPicPr>
            <a:picLocks noChangeAspect="1"/>
          </p:cNvPicPr>
          <p:nvPr/>
        </p:nvPicPr>
        <p:blipFill>
          <a:blip r:embed="rId2"/>
          <a:stretch>
            <a:fillRect/>
          </a:stretch>
        </p:blipFill>
        <p:spPr>
          <a:xfrm>
            <a:off x="6080760" y="1600200"/>
            <a:ext cx="5806440" cy="4103218"/>
          </a:xfrm>
          <a:prstGeom prst="rect">
            <a:avLst/>
          </a:prstGeom>
        </p:spPr>
      </p:pic>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Stadiul actual: backtracking</a:t>
            </a:r>
          </a:p>
          <a:p>
            <a:pPr algn="l">
              <a:spcAft>
                <a:spcPts val="0"/>
              </a:spcAft>
              <a:buNone/>
            </a:pPr>
            <a:r>
              <a:rPr sz="1400" b="0" i="0">
                <a:solidFill>
                  <a:srgbClr val="97A2B8"/>
                </a:solidFill>
                <a:latin typeface="Arial"/>
              </a:rPr>
              <a:t>Marzo și Ribeiro 2021: enumerare exactă și euristica HLIPP</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5669280" cy="4297680"/>
          </a:xfrm>
          <a:prstGeom prst="rect">
            <a:avLst/>
          </a:prstGeom>
          <a:noFill/>
        </p:spPr>
        <p:txBody>
          <a:bodyPr wrap="square">
            <a:spAutoFit/>
          </a:bodyPr>
          <a:lstStyle/>
          <a:p>
            <a:pPr algn="l" indent="-137160" marL="137160">
              <a:spcAft>
                <a:spcPts val="1000"/>
              </a:spcAft>
              <a:buFont typeface="Arial"/>
              <a:buChar char="•"/>
            </a:pPr>
            <a:r>
              <a:rPr sz="1550" b="0" i="0">
                <a:solidFill>
                  <a:srgbClr val="C6CFDF"/>
                </a:solidFill>
                <a:latin typeface="Arial"/>
              </a:rPr>
              <a:t>Enumerare exactă: construim recursiv toate drumurile induse maximale, pornind din fiecare vârf al grafului.</a:t>
            </a:r>
          </a:p>
          <a:p>
            <a:pPr algn="l" indent="-137160" marL="137160">
              <a:spcAft>
                <a:spcPts val="1000"/>
              </a:spcAft>
              <a:buFont typeface="Arial"/>
              <a:buChar char="•"/>
            </a:pPr>
            <a:r>
              <a:rPr sz="1550" b="0" i="0">
                <a:solidFill>
                  <a:srgbClr val="C6CFDF"/>
                </a:solidFill>
                <a:latin typeface="Arial"/>
              </a:rPr>
              <a:t>La fiecare pas, vecinii capătului cu un singur vecin pe drum sunt extensii valide (verde); toți ceilalți vecini ai drumului devin interziși (roșu).</a:t>
            </a:r>
          </a:p>
          <a:p>
            <a:pPr algn="l" indent="-137160" marL="137160">
              <a:spcAft>
                <a:spcPts val="1000"/>
              </a:spcAft>
              <a:buFont typeface="Arial"/>
              <a:buChar char="•"/>
            </a:pPr>
            <a:r>
              <a:rPr sz="1550" b="0" i="0">
                <a:solidFill>
                  <a:srgbClr val="C6CFDF"/>
                </a:solidFill>
                <a:latin typeface="Arial"/>
              </a:rPr>
              <a:t>Când nu mai putem extinde, ne întoarcem (backtracking) și încercăm altă ramură.</a:t>
            </a:r>
          </a:p>
          <a:p>
            <a:pPr algn="l" indent="-137160" marL="137160">
              <a:spcAft>
                <a:spcPts val="1000"/>
              </a:spcAft>
              <a:buFont typeface="Arial"/>
              <a:buChar char="•"/>
            </a:pPr>
            <a:r>
              <a:rPr sz="1550" b="0" i="0">
                <a:solidFill>
                  <a:srgbClr val="C6CFDF"/>
                </a:solidFill>
                <a:latin typeface="Arial"/>
              </a:rPr>
              <a:t>Găsește sigur optimul, dar numărul de drumuri explodează combinatorial.</a:t>
            </a:r>
          </a:p>
          <a:p>
            <a:pPr algn="l" indent="-137160" marL="137160">
              <a:spcAft>
                <a:spcPts val="600"/>
              </a:spcAft>
              <a:buFont typeface="Arial"/>
              <a:buChar char="•"/>
            </a:pPr>
            <a:r>
              <a:rPr sz="1550" b="1" i="0">
                <a:solidFill>
                  <a:srgbClr val="EAF0FA"/>
                </a:solidFill>
                <a:latin typeface="Arial"/>
              </a:rPr>
              <a:t>HLIPP (euristică): abandonează un vârf de start după 10 000 de drumuri fără îmbunătățire.</a:t>
            </a:r>
          </a:p>
        </p:txBody>
      </p:sp>
      <p:pic>
        <p:nvPicPr>
          <p:cNvPr id="5" name="Picture 4" descr="exact_redgreen.png"/>
          <p:cNvPicPr>
            <a:picLocks noChangeAspect="1"/>
          </p:cNvPicPr>
          <p:nvPr/>
        </p:nvPicPr>
        <p:blipFill>
          <a:blip r:embed="rId2"/>
          <a:stretch>
            <a:fillRect/>
          </a:stretch>
        </p:blipFill>
        <p:spPr>
          <a:xfrm>
            <a:off x="6537960" y="1234440"/>
            <a:ext cx="5120640" cy="4089521"/>
          </a:xfrm>
          <a:prstGeom prst="rect">
            <a:avLst/>
          </a:prstGeom>
        </p:spPr>
      </p:pic>
      <p:sp>
        <p:nvSpPr>
          <p:cNvPr id="6" name="TextBox 5"/>
          <p:cNvSpPr txBox="1"/>
          <p:nvPr/>
        </p:nvSpPr>
        <p:spPr>
          <a:xfrm>
            <a:off x="6537960" y="5394960"/>
            <a:ext cx="5120640" cy="457200"/>
          </a:xfrm>
          <a:prstGeom prst="rect">
            <a:avLst/>
          </a:prstGeom>
          <a:noFill/>
        </p:spPr>
        <p:txBody>
          <a:bodyPr wrap="square">
            <a:spAutoFit/>
          </a:bodyPr>
          <a:lstStyle/>
          <a:p>
            <a:pPr algn="ctr">
              <a:spcAft>
                <a:spcPts val="0"/>
              </a:spcAft>
              <a:buNone/>
            </a:pPr>
            <a:r>
              <a:rPr sz="1100" b="0" i="1">
                <a:solidFill>
                  <a:srgbClr val="97A2B8"/>
                </a:solidFill>
                <a:latin typeface="Arial"/>
              </a:rPr>
              <a:t>captură din demo: albastru = drumul curent, verde = extensii valide, roșu = vârfuri interzise</a:t>
            </a:r>
          </a:p>
        </p:txBody>
      </p:sp>
      <p:sp>
        <p:nvSpPr>
          <p:cNvPr id="7" name="Rounded Rectangle 6"/>
          <p:cNvSpPr/>
          <p:nvPr/>
        </p:nvSpPr>
        <p:spPr>
          <a:xfrm>
            <a:off x="566928" y="5943600"/>
            <a:ext cx="11027664" cy="731520"/>
          </a:xfrm>
          <a:prstGeom prst="roundRect">
            <a:avLst>
              <a:gd name="adj" fmla="val 5500"/>
            </a:avLst>
          </a:prstGeom>
          <a:solidFill>
            <a:srgbClr val="2B2410"/>
          </a:solidFill>
          <a:ln w="12700">
            <a:solidFill>
              <a:srgbClr val="7A63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053328"/>
            <a:ext cx="10424160" cy="548640"/>
          </a:xfrm>
          <a:prstGeom prst="rect">
            <a:avLst/>
          </a:prstGeom>
          <a:noFill/>
        </p:spPr>
        <p:txBody>
          <a:bodyPr wrap="square">
            <a:spAutoFit/>
          </a:bodyPr>
          <a:lstStyle/>
          <a:p>
            <a:pPr algn="ctr">
              <a:spcAft>
                <a:spcPts val="0"/>
              </a:spcAft>
              <a:buNone/>
            </a:pPr>
            <a:r>
              <a:rPr sz="1550" b="1" i="0">
                <a:solidFill>
                  <a:srgbClr val="EAF0FA"/>
                </a:solidFill>
                <a:latin typeface="Arial"/>
              </a:rPr>
              <a:t>Concluzia: metodele exacte demonstrează optimul, dar devin impracticabile peste câteva sute de vârfuri.</a:t>
            </a:r>
          </a:p>
        </p:txBody>
      </p:sp>
      <p:sp>
        <p:nvSpPr>
          <p:cNvPr id="9" name="TextBox 8"/>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De ce e greu să construiești o metaeuristică?</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371600"/>
            <a:ext cx="5577840" cy="4846320"/>
          </a:xfrm>
          <a:prstGeom prst="rect">
            <a:avLst/>
          </a:prstGeom>
          <a:noFill/>
        </p:spPr>
        <p:txBody>
          <a:bodyPr wrap="square">
            <a:spAutoFit/>
          </a:bodyPr>
          <a:lstStyle/>
          <a:p>
            <a:pPr algn="l" indent="-137160" marL="137160">
              <a:spcAft>
                <a:spcPts val="1200"/>
              </a:spcAft>
              <a:buFont typeface="Arial"/>
              <a:buChar char="•"/>
            </a:pPr>
            <a:r>
              <a:rPr sz="1650" b="0" i="0">
                <a:solidFill>
                  <a:srgbClr val="C6CFDF"/>
                </a:solidFill>
                <a:latin typeface="Arial"/>
              </a:rPr>
              <a:t>Spațiul de căutare este uriaș, dar foarte puține submulțimi de vârfuri formează drumuri induse valide.</a:t>
            </a:r>
          </a:p>
          <a:p>
            <a:pPr algn="l" indent="-137160" marL="137160">
              <a:spcAft>
                <a:spcPts val="1200"/>
              </a:spcAft>
              <a:buFont typeface="Arial"/>
              <a:buChar char="•"/>
            </a:pPr>
            <a:r>
              <a:rPr sz="1650" b="0" i="0">
                <a:solidFill>
                  <a:srgbClr val="C6CFDF"/>
                </a:solidFill>
                <a:latin typeface="Arial"/>
              </a:rPr>
              <a:t>Fiecare vârf ales interzice definitiv toți ceilalți vecini ai săi; o singură alegere greșită (v4 în loc de v5) blochează extinderea.</a:t>
            </a:r>
          </a:p>
          <a:p>
            <a:pPr algn="l" indent="-137160" marL="137160">
              <a:spcAft>
                <a:spcPts val="1200"/>
              </a:spcAft>
              <a:buFont typeface="Arial"/>
              <a:buChar char="•"/>
            </a:pPr>
            <a:r>
              <a:rPr sz="1650" b="0" i="0">
                <a:solidFill>
                  <a:srgbClr val="C6CFDF"/>
                </a:solidFill>
                <a:latin typeface="Arial"/>
              </a:rPr>
              <a:t>Operatorii standard de mutație și încrucișare produc aproape mereu soluții invalide (cu coarde).</a:t>
            </a:r>
          </a:p>
          <a:p>
            <a:pPr algn="l" indent="-137160" marL="137160">
              <a:spcAft>
                <a:spcPts val="600"/>
              </a:spcAft>
              <a:buFont typeface="Arial"/>
              <a:buChar char="•"/>
            </a:pPr>
            <a:r>
              <a:rPr sz="1650" b="1" i="0">
                <a:solidFill>
                  <a:srgbClr val="EAF0FA"/>
                </a:solidFill>
                <a:latin typeface="Arial"/>
              </a:rPr>
              <a:t>Algoritmii se blochează ușor în maxime locale, deci sunt necesare mecanisme dedicate de explorare.</a:t>
            </a:r>
          </a:p>
        </p:txBody>
      </p:sp>
      <p:pic>
        <p:nvPicPr>
          <p:cNvPr id="5" name="Picture 4" descr="greu.png"/>
          <p:cNvPicPr>
            <a:picLocks noChangeAspect="1"/>
          </p:cNvPicPr>
          <p:nvPr/>
        </p:nvPicPr>
        <p:blipFill>
          <a:blip r:embed="rId2"/>
          <a:stretch>
            <a:fillRect/>
          </a:stretch>
        </p:blipFill>
        <p:spPr>
          <a:xfrm>
            <a:off x="6263640" y="1234440"/>
            <a:ext cx="5486400" cy="5108028"/>
          </a:xfrm>
          <a:prstGeom prst="rect">
            <a:avLst/>
          </a:prstGeom>
        </p:spPr>
      </p:pic>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Algoritmul 1: Ant Colony Optimization</a:t>
            </a:r>
          </a:p>
          <a:p>
            <a:pPr algn="l">
              <a:spcAft>
                <a:spcPts val="0"/>
              </a:spcAft>
              <a:buNone/>
            </a:pPr>
            <a:r>
              <a:rPr sz="1400" b="0" i="0">
                <a:solidFill>
                  <a:srgbClr val="97A2B8"/>
                </a:solidFill>
                <a:latin typeface="Arial"/>
              </a:rPr>
              <a:t>prima abordare ACO pentru această problemă</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371600"/>
            <a:ext cx="5760720" cy="4754880"/>
          </a:xfrm>
          <a:prstGeom prst="rect">
            <a:avLst/>
          </a:prstGeom>
          <a:noFill/>
        </p:spPr>
        <p:txBody>
          <a:bodyPr wrap="square">
            <a:spAutoFit/>
          </a:bodyPr>
          <a:lstStyle/>
          <a:p>
            <a:pPr algn="l" indent="-137160" marL="137160">
              <a:spcAft>
                <a:spcPts val="1200"/>
              </a:spcAft>
              <a:buFont typeface="Arial"/>
              <a:buChar char="•"/>
            </a:pPr>
            <a:r>
              <a:rPr sz="1700" b="0" i="0">
                <a:solidFill>
                  <a:srgbClr val="C6CFDF"/>
                </a:solidFill>
                <a:latin typeface="Arial"/>
              </a:rPr>
              <a:t>Inspirat din colonii de furnici: fiecare furnică construiește un drum indus, ghidată de feromonul de pe muchii.</a:t>
            </a:r>
          </a:p>
          <a:p>
            <a:pPr algn="l" indent="-137160" marL="137160">
              <a:spcAft>
                <a:spcPts val="1200"/>
              </a:spcAft>
              <a:buFont typeface="Arial"/>
              <a:buChar char="•"/>
            </a:pPr>
            <a:r>
              <a:rPr sz="1700" b="0" i="0">
                <a:solidFill>
                  <a:srgbClr val="C6CFDF"/>
                </a:solidFill>
                <a:latin typeface="Arial"/>
              </a:rPr>
              <a:t>La fiecare iterație: furnicile explorează, cel mai lung drum câștigă, feromonul se evaporă, apoi se depune pe drumurile bune.</a:t>
            </a:r>
          </a:p>
          <a:p>
            <a:pPr algn="l" indent="-137160" marL="137160">
              <a:spcAft>
                <a:spcPts val="1200"/>
              </a:spcAft>
              <a:buFont typeface="Arial"/>
              <a:buChar char="•"/>
            </a:pPr>
            <a:r>
              <a:rPr sz="1700" b="0" i="0">
                <a:solidFill>
                  <a:srgbClr val="C6CFDF"/>
                </a:solidFill>
                <a:latin typeface="Arial"/>
              </a:rPr>
              <a:t>Feedback pozitiv: muchiile drumurilor bune devin tot mai atractive pentru furnicile următoare.</a:t>
            </a:r>
          </a:p>
          <a:p>
            <a:pPr algn="l" indent="-137160" marL="137160">
              <a:spcAft>
                <a:spcPts val="600"/>
              </a:spcAft>
              <a:buFont typeface="Arial"/>
              <a:buChar char="•"/>
            </a:pPr>
            <a:r>
              <a:rPr sz="1700" b="0" i="0">
                <a:solidFill>
                  <a:srgbClr val="C6CFDF"/>
                </a:solidFill>
                <a:latin typeface="Arial"/>
              </a:rPr>
              <a:t>Câte o furnică pentru fiecare vârf de start cu grad peste 2, rulate în paralel.</a:t>
            </a:r>
          </a:p>
        </p:txBody>
      </p:sp>
      <p:pic>
        <p:nvPicPr>
          <p:cNvPr id="5" name="Picture 4" descr="aco_pheromone.png"/>
          <p:cNvPicPr>
            <a:picLocks noChangeAspect="1"/>
          </p:cNvPicPr>
          <p:nvPr/>
        </p:nvPicPr>
        <p:blipFill>
          <a:blip r:embed="rId2"/>
          <a:stretch>
            <a:fillRect/>
          </a:stretch>
        </p:blipFill>
        <p:spPr>
          <a:xfrm>
            <a:off x="6537960" y="1234440"/>
            <a:ext cx="5120640" cy="4089521"/>
          </a:xfrm>
          <a:prstGeom prst="rect">
            <a:avLst/>
          </a:prstGeom>
        </p:spPr>
      </p:pic>
      <p:sp>
        <p:nvSpPr>
          <p:cNvPr id="6" name="TextBox 5"/>
          <p:cNvSpPr txBox="1"/>
          <p:nvPr/>
        </p:nvSpPr>
        <p:spPr>
          <a:xfrm>
            <a:off x="6537960" y="5440680"/>
            <a:ext cx="5120640" cy="548640"/>
          </a:xfrm>
          <a:prstGeom prst="rect">
            <a:avLst/>
          </a:prstGeom>
          <a:noFill/>
        </p:spPr>
        <p:txBody>
          <a:bodyPr wrap="square">
            <a:spAutoFit/>
          </a:bodyPr>
          <a:lstStyle/>
          <a:p>
            <a:pPr algn="ctr">
              <a:spcAft>
                <a:spcPts val="0"/>
              </a:spcAft>
              <a:buNone/>
            </a:pPr>
            <a:r>
              <a:rPr sz="1150" b="0" i="1">
                <a:solidFill>
                  <a:srgbClr val="97A2B8"/>
                </a:solidFill>
                <a:latin typeface="Arial"/>
              </a:rPr>
              <a:t>verde = feromon acumulat, punctele colorate = furnici explorând (demo-ul interactiv)</a:t>
            </a:r>
          </a:p>
        </p:txBody>
      </p:sp>
      <p:sp>
        <p:nvSpPr>
          <p:cNvPr id="7" name="TextBox 6"/>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ACO: componentele și îmbunătățirile</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371600"/>
            <a:ext cx="5394960" cy="4754880"/>
          </a:xfrm>
          <a:prstGeom prst="rect">
            <a:avLst/>
          </a:prstGeom>
          <a:noFill/>
        </p:spPr>
        <p:txBody>
          <a:bodyPr wrap="square">
            <a:spAutoFit/>
          </a:bodyPr>
          <a:lstStyle/>
          <a:p>
            <a:pPr algn="l" indent="-137160" marL="137160">
              <a:spcAft>
                <a:spcPts val="1100"/>
              </a:spcAft>
              <a:buFont typeface="Arial"/>
              <a:buChar char="•"/>
            </a:pPr>
            <a:r>
              <a:rPr sz="1600" b="0" i="0">
                <a:solidFill>
                  <a:srgbClr val="C6CFDF"/>
                </a:solidFill>
                <a:latin typeface="Arial"/>
              </a:rPr>
              <a:t>Construcția drumului: DFS ghidat de feromoni, cu backtracking (mersul înainte clasic, ca la TSP, se blochează imediat în fundături).</a:t>
            </a:r>
          </a:p>
          <a:p>
            <a:pPr algn="l" indent="-137160" marL="137160">
              <a:spcAft>
                <a:spcPts val="1100"/>
              </a:spcAft>
              <a:buFont typeface="Arial"/>
              <a:buChar char="•"/>
            </a:pPr>
            <a:r>
              <a:rPr sz="1600" b="0" i="0">
                <a:solidFill>
                  <a:srgbClr val="C6CFDF"/>
                </a:solidFill>
                <a:latin typeface="Arial"/>
              </a:rPr>
              <a:t>Explorare bidirecțională: a doua căutare pornește din capătul celui mai bun drum găsit.</a:t>
            </a:r>
          </a:p>
          <a:p>
            <a:pPr algn="l" indent="-137160" marL="137160">
              <a:spcAft>
                <a:spcPts val="1100"/>
              </a:spcAft>
              <a:buFont typeface="Arial"/>
              <a:buChar char="•"/>
            </a:pPr>
            <a:r>
              <a:rPr sz="1600" b="1" i="0">
                <a:solidFill>
                  <a:srgbClr val="EAF0FA"/>
                </a:solidFill>
                <a:latin typeface="Arial"/>
              </a:rPr>
              <a:t>Feromon direcțional: aceeași muchie poate fi excelentă într-un sens și o capcană în celălalt.</a:t>
            </a:r>
          </a:p>
          <a:p>
            <a:pPr algn="l" indent="-137160" marL="137160">
              <a:spcAft>
                <a:spcPts val="600"/>
              </a:spcAft>
              <a:buFont typeface="Arial"/>
              <a:buChar char="•"/>
            </a:pPr>
            <a:r>
              <a:rPr sz="1600" b="0" i="0">
                <a:solidFill>
                  <a:srgbClr val="C6CFDF"/>
                </a:solidFill>
                <a:latin typeface="Arial"/>
              </a:rPr>
              <a:t>Evaporare adaptivă la stagnare, restart cu listă tabu ca să nu recadă în același maxim local, rulare în paralel.</a:t>
            </a:r>
          </a:p>
        </p:txBody>
      </p:sp>
      <p:pic>
        <p:nvPicPr>
          <p:cNvPr id="5" name="Picture 4" descr="aco_feromon.png"/>
          <p:cNvPicPr>
            <a:picLocks noChangeAspect="1"/>
          </p:cNvPicPr>
          <p:nvPr/>
        </p:nvPicPr>
        <p:blipFill>
          <a:blip r:embed="rId2"/>
          <a:stretch>
            <a:fillRect/>
          </a:stretch>
        </p:blipFill>
        <p:spPr>
          <a:xfrm>
            <a:off x="6126480" y="1325880"/>
            <a:ext cx="5715000" cy="4149247"/>
          </a:xfrm>
          <a:prstGeom prst="rect">
            <a:avLst/>
          </a:prstGeom>
        </p:spPr>
      </p:pic>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ACO: de ce căutăm de două ori?</a:t>
            </a:r>
          </a:p>
          <a:p>
            <a:pPr algn="l">
              <a:spcAft>
                <a:spcPts val="0"/>
              </a:spcAft>
              <a:buNone/>
            </a:pPr>
            <a:r>
              <a:rPr sz="1400" b="0" i="0">
                <a:solidFill>
                  <a:srgbClr val="97A2B8"/>
                </a:solidFill>
                <a:latin typeface="Arial"/>
              </a:rPr>
              <a:t>explorarea bidirecțională, același truc ca la calculul diametrului</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co_bidir.png"/>
          <p:cNvPicPr>
            <a:picLocks noChangeAspect="1"/>
          </p:cNvPicPr>
          <p:nvPr/>
        </p:nvPicPr>
        <p:blipFill>
          <a:blip r:embed="rId2"/>
          <a:stretch>
            <a:fillRect/>
          </a:stretch>
        </p:blipFill>
        <p:spPr>
          <a:xfrm>
            <a:off x="978408" y="1234440"/>
            <a:ext cx="10241280" cy="4284706"/>
          </a:xfrm>
          <a:prstGeom prst="rect">
            <a:avLst/>
          </a:prstGeom>
        </p:spPr>
      </p:pic>
      <p:sp>
        <p:nvSpPr>
          <p:cNvPr id="5" name="TextBox 4"/>
          <p:cNvSpPr txBox="1"/>
          <p:nvPr/>
        </p:nvSpPr>
        <p:spPr>
          <a:xfrm>
            <a:off x="731520" y="5486400"/>
            <a:ext cx="10789920" cy="1097280"/>
          </a:xfrm>
          <a:prstGeom prst="rect">
            <a:avLst/>
          </a:prstGeom>
          <a:noFill/>
        </p:spPr>
        <p:txBody>
          <a:bodyPr wrap="square">
            <a:spAutoFit/>
          </a:bodyPr>
          <a:lstStyle/>
          <a:p>
            <a:pPr algn="l" indent="-137160" marL="137160">
              <a:spcAft>
                <a:spcPts val="600"/>
              </a:spcAft>
              <a:buFont typeface="Arial"/>
              <a:buChar char="•"/>
            </a:pPr>
            <a:r>
              <a:rPr sz="1550" b="0" i="0">
                <a:solidFill>
                  <a:srgbClr val="C6CFDF"/>
                </a:solidFill>
                <a:latin typeface="Arial"/>
              </a:rPr>
              <a:t>O căutare crește drumul doar dinspre vârful de start: dacă startul cade în mijlocul unui drum lung, găsim cel mult o jumătate a lui.</a:t>
            </a:r>
          </a:p>
          <a:p>
            <a:pPr algn="l" indent="-137160" marL="137160">
              <a:spcAft>
                <a:spcPts val="0"/>
              </a:spcAft>
              <a:buFont typeface="Arial"/>
              <a:buChar char="•"/>
            </a:pPr>
            <a:r>
              <a:rPr sz="1550" b="1" i="0">
                <a:solidFill>
                  <a:srgbClr val="EAF0FA"/>
                </a:solidFill>
                <a:latin typeface="Arial"/>
              </a:rPr>
              <a:t>Prima căutare găsește o extremitate; a doua, pornită din acel capăt, poate reconstrui drumul întreg.</a:t>
            </a:r>
          </a:p>
        </p:txBody>
      </p:sp>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Algoritmul 2: algoritm genetic</a:t>
            </a:r>
          </a:p>
          <a:p>
            <a:pPr algn="l">
              <a:spcAft>
                <a:spcPts val="0"/>
              </a:spcAft>
              <a:buNone/>
            </a:pPr>
            <a:r>
              <a:rPr sz="1400" b="0" i="0">
                <a:solidFill>
                  <a:srgbClr val="97A2B8"/>
                </a:solidFill>
                <a:latin typeface="Arial"/>
              </a:rPr>
              <a:t>cum funcționează un algoritm genetic</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ga_cycle.png"/>
          <p:cNvPicPr>
            <a:picLocks noChangeAspect="1"/>
          </p:cNvPicPr>
          <p:nvPr/>
        </p:nvPicPr>
        <p:blipFill>
          <a:blip r:embed="rId2"/>
          <a:stretch>
            <a:fillRect/>
          </a:stretch>
        </p:blipFill>
        <p:spPr>
          <a:xfrm>
            <a:off x="475488" y="1371600"/>
            <a:ext cx="11247120" cy="3611719"/>
          </a:xfrm>
          <a:prstGeom prst="rect">
            <a:avLst/>
          </a:prstGeom>
        </p:spPr>
      </p:pic>
      <p:sp>
        <p:nvSpPr>
          <p:cNvPr id="5" name="TextBox 4"/>
          <p:cNvSpPr txBox="1"/>
          <p:nvPr/>
        </p:nvSpPr>
        <p:spPr>
          <a:xfrm>
            <a:off x="731520" y="4892040"/>
            <a:ext cx="10789920" cy="1554480"/>
          </a:xfrm>
          <a:prstGeom prst="rect">
            <a:avLst/>
          </a:prstGeom>
          <a:noFill/>
        </p:spPr>
        <p:txBody>
          <a:bodyPr wrap="square">
            <a:spAutoFit/>
          </a:bodyPr>
          <a:lstStyle/>
          <a:p>
            <a:pPr algn="l" indent="-137160" marL="137160">
              <a:spcAft>
                <a:spcPts val="600"/>
              </a:spcAft>
              <a:buFont typeface="Arial"/>
              <a:buChar char="•"/>
            </a:pPr>
            <a:r>
              <a:rPr sz="1650" b="0" i="0">
                <a:solidFill>
                  <a:srgbClr val="C6CFDF"/>
                </a:solidFill>
                <a:latin typeface="Arial"/>
              </a:rPr>
              <a:t>Menținem o populație de soluții candidate care evoluează generație după generație.</a:t>
            </a:r>
          </a:p>
          <a:p>
            <a:pPr algn="l" indent="-137160" marL="137160">
              <a:spcAft>
                <a:spcPts val="600"/>
              </a:spcAft>
              <a:buFont typeface="Arial"/>
              <a:buChar char="•"/>
            </a:pPr>
            <a:r>
              <a:rPr sz="1650" b="0" i="0">
                <a:solidFill>
                  <a:srgbClr val="C6CFDF"/>
                </a:solidFill>
                <a:latin typeface="Arial"/>
              </a:rPr>
              <a:t>Cei mai buni indivizi supraviețuiesc selecției și produc urmași prin încrucișare și mutație.</a:t>
            </a:r>
          </a:p>
          <a:p>
            <a:pPr algn="l" indent="-137160" marL="137160">
              <a:spcAft>
                <a:spcPts val="600"/>
              </a:spcAft>
              <a:buFont typeface="Arial"/>
              <a:buChar char="•"/>
            </a:pPr>
            <a:r>
              <a:rPr sz="1650" b="0" i="0">
                <a:solidFill>
                  <a:srgbClr val="C6CFDF"/>
                </a:solidFill>
                <a:latin typeface="Arial"/>
              </a:rPr>
              <a:t>În plus: injectăm indivizi noi pentru diversitate și repornim parțial populația la stagnare.</a:t>
            </a:r>
          </a:p>
        </p:txBody>
      </p:sp>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GA: reprezentarea unui individ</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554480"/>
            <a:ext cx="5212080" cy="4206240"/>
          </a:xfrm>
          <a:prstGeom prst="rect">
            <a:avLst/>
          </a:prstGeom>
          <a:noFill/>
        </p:spPr>
        <p:txBody>
          <a:bodyPr wrap="square">
            <a:spAutoFit/>
          </a:bodyPr>
          <a:lstStyle/>
          <a:p>
            <a:pPr algn="l" indent="-137160" marL="137160">
              <a:spcAft>
                <a:spcPts val="1200"/>
              </a:spcAft>
              <a:buFont typeface="Arial"/>
              <a:buChar char="•"/>
            </a:pPr>
            <a:r>
              <a:rPr sz="1700" b="0" i="0">
                <a:solidFill>
                  <a:srgbClr val="C6CFDF"/>
                </a:solidFill>
                <a:latin typeface="Arial"/>
              </a:rPr>
              <a:t>Individ = vector ordonat de vârfuri care formează un drum indus valid în graf.</a:t>
            </a:r>
          </a:p>
          <a:p>
            <a:pPr algn="l" indent="-137160" marL="137160">
              <a:spcAft>
                <a:spcPts val="1200"/>
              </a:spcAft>
              <a:buFont typeface="Arial"/>
              <a:buChar char="•"/>
            </a:pPr>
            <a:r>
              <a:rPr sz="1700" b="0" i="0">
                <a:solidFill>
                  <a:srgbClr val="C6CFDF"/>
                </a:solidFill>
                <a:latin typeface="Arial"/>
              </a:rPr>
              <a:t>Fitness = lungimea drumului (numărul de vârfuri).</a:t>
            </a:r>
          </a:p>
          <a:p>
            <a:pPr algn="l" indent="-137160" marL="137160">
              <a:spcAft>
                <a:spcPts val="1200"/>
              </a:spcAft>
              <a:buFont typeface="Arial"/>
              <a:buChar char="•"/>
            </a:pPr>
            <a:r>
              <a:rPr sz="1700" b="0" i="0">
                <a:solidFill>
                  <a:srgbClr val="C6CFDF"/>
                </a:solidFill>
                <a:latin typeface="Arial"/>
              </a:rPr>
              <a:t>Ordinea păstrată în vector face operațiile la capetele drumului foarte rapide.</a:t>
            </a:r>
          </a:p>
          <a:p>
            <a:pPr algn="l" indent="-137160" marL="137160">
              <a:spcAft>
                <a:spcPts val="600"/>
              </a:spcAft>
              <a:buFont typeface="Arial"/>
              <a:buChar char="•"/>
            </a:pPr>
            <a:r>
              <a:rPr sz="1700" b="1" i="0">
                <a:solidFill>
                  <a:srgbClr val="EAF0FA"/>
                </a:solidFill>
                <a:latin typeface="Arial"/>
              </a:rPr>
              <a:t>Toți operatorii păstrează prin construcție proprietatea de drum indus.</a:t>
            </a:r>
          </a:p>
        </p:txBody>
      </p:sp>
      <p:pic>
        <p:nvPicPr>
          <p:cNvPr id="5" name="Picture 4" descr="ga_reprezentare.png"/>
          <p:cNvPicPr>
            <a:picLocks noChangeAspect="1"/>
          </p:cNvPicPr>
          <p:nvPr/>
        </p:nvPicPr>
        <p:blipFill>
          <a:blip r:embed="rId2"/>
          <a:stretch>
            <a:fillRect/>
          </a:stretch>
        </p:blipFill>
        <p:spPr>
          <a:xfrm>
            <a:off x="5943600" y="1371600"/>
            <a:ext cx="5897880" cy="4006626"/>
          </a:xfrm>
          <a:prstGeom prst="rect">
            <a:avLst/>
          </a:prstGeom>
        </p:spPr>
      </p:pic>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GA: mutația</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ga_mutatie.png"/>
          <p:cNvPicPr>
            <a:picLocks noChangeAspect="1"/>
          </p:cNvPicPr>
          <p:nvPr/>
        </p:nvPicPr>
        <p:blipFill>
          <a:blip r:embed="rId2"/>
          <a:stretch>
            <a:fillRect/>
          </a:stretch>
        </p:blipFill>
        <p:spPr>
          <a:xfrm>
            <a:off x="3246120" y="1097280"/>
            <a:ext cx="5508764" cy="4709160"/>
          </a:xfrm>
          <a:prstGeom prst="rect">
            <a:avLst/>
          </a:prstGeom>
        </p:spPr>
      </p:pic>
      <p:sp>
        <p:nvSpPr>
          <p:cNvPr id="5" name="TextBox 4"/>
          <p:cNvSpPr txBox="1"/>
          <p:nvPr/>
        </p:nvSpPr>
        <p:spPr>
          <a:xfrm>
            <a:off x="731520" y="5897880"/>
            <a:ext cx="10789920" cy="822960"/>
          </a:xfrm>
          <a:prstGeom prst="rect">
            <a:avLst/>
          </a:prstGeom>
          <a:noFill/>
        </p:spPr>
        <p:txBody>
          <a:bodyPr wrap="square">
            <a:spAutoFit/>
          </a:bodyPr>
          <a:lstStyle/>
          <a:p>
            <a:pPr algn="ctr">
              <a:spcAft>
                <a:spcPts val="0"/>
              </a:spcAft>
              <a:buNone/>
            </a:pPr>
            <a:r>
              <a:rPr sz="1550" b="0" i="0">
                <a:solidFill>
                  <a:srgbClr val="C6CFDF"/>
                </a:solidFill>
                <a:latin typeface="Arial"/>
              </a:rPr>
              <a:t>Tăiem câteva vârfuri de la capete și re-extindem prin DFS în ambele direcții: o căutare locală care poate găsi un drum mai lung decât originalul.</a:t>
            </a:r>
          </a:p>
        </p:txBody>
      </p:sp>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GA: încrucișarea</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ga_crossover.png"/>
          <p:cNvPicPr>
            <a:picLocks noChangeAspect="1"/>
          </p:cNvPicPr>
          <p:nvPr/>
        </p:nvPicPr>
        <p:blipFill>
          <a:blip r:embed="rId2"/>
          <a:stretch>
            <a:fillRect/>
          </a:stretch>
        </p:blipFill>
        <p:spPr>
          <a:xfrm>
            <a:off x="795528" y="1417320"/>
            <a:ext cx="10607040" cy="3436848"/>
          </a:xfrm>
          <a:prstGeom prst="rect">
            <a:avLst/>
          </a:prstGeom>
        </p:spPr>
      </p:pic>
      <p:sp>
        <p:nvSpPr>
          <p:cNvPr id="5" name="TextBox 4"/>
          <p:cNvSpPr txBox="1"/>
          <p:nvPr/>
        </p:nvSpPr>
        <p:spPr>
          <a:xfrm>
            <a:off x="731520" y="5943600"/>
            <a:ext cx="10789920" cy="822960"/>
          </a:xfrm>
          <a:prstGeom prst="rect">
            <a:avLst/>
          </a:prstGeom>
          <a:noFill/>
        </p:spPr>
        <p:txBody>
          <a:bodyPr wrap="square">
            <a:spAutoFit/>
          </a:bodyPr>
          <a:lstStyle/>
          <a:p>
            <a:pPr algn="ctr">
              <a:spcAft>
                <a:spcPts val="0"/>
              </a:spcAft>
              <a:buNone/>
            </a:pPr>
            <a:r>
              <a:rPr sz="1550" b="0" i="0">
                <a:solidFill>
                  <a:srgbClr val="C6CFDF"/>
                </a:solidFill>
                <a:latin typeface="Arial"/>
              </a:rPr>
              <a:t>Combinăm vârfurile celor doi părinți, căutăm cu DFS un drum indus în subgraful uniunii, apoi îl extindem în tot graful: diversificare fără reparații costisitoare.</a:t>
            </a:r>
          </a:p>
        </p:txBody>
      </p:sp>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GA: selecția</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463040"/>
            <a:ext cx="5486400" cy="4389120"/>
          </a:xfrm>
          <a:prstGeom prst="rect">
            <a:avLst/>
          </a:prstGeom>
          <a:noFill/>
        </p:spPr>
        <p:txBody>
          <a:bodyPr wrap="square">
            <a:spAutoFit/>
          </a:bodyPr>
          <a:lstStyle/>
          <a:p>
            <a:pPr algn="l" indent="-137160" marL="137160">
              <a:spcAft>
                <a:spcPts val="1200"/>
              </a:spcAft>
              <a:buFont typeface="Arial"/>
              <a:buChar char="•"/>
            </a:pPr>
            <a:r>
              <a:rPr sz="1700" b="0" i="0">
                <a:solidFill>
                  <a:srgbClr val="C6CFDF"/>
                </a:solidFill>
                <a:latin typeface="Arial"/>
              </a:rPr>
              <a:t>Turneu (implicit): doi indivizi aleși la întâmplare, câștigă cel cu fitness mai mare.</a:t>
            </a:r>
          </a:p>
          <a:p>
            <a:pPr algn="l" indent="-137160" marL="137160">
              <a:spcAft>
                <a:spcPts val="1200"/>
              </a:spcAft>
              <a:buFont typeface="Arial"/>
              <a:buChar char="•"/>
            </a:pPr>
            <a:r>
              <a:rPr sz="1700" b="0" i="0">
                <a:solidFill>
                  <a:srgbClr val="C6CFDF"/>
                </a:solidFill>
                <a:latin typeface="Arial"/>
              </a:rPr>
              <a:t>Alternativă testată: ruleta, unde probabilitatea de supraviețuire este proporțională cu fitness-ul.</a:t>
            </a:r>
          </a:p>
          <a:p>
            <a:pPr algn="l" indent="-137160" marL="137160">
              <a:spcAft>
                <a:spcPts val="600"/>
              </a:spcAft>
              <a:buFont typeface="Arial"/>
              <a:buChar char="•"/>
            </a:pPr>
            <a:r>
              <a:rPr sz="1700" b="1" i="0">
                <a:solidFill>
                  <a:srgbClr val="EAF0FA"/>
                </a:solidFill>
                <a:latin typeface="Arial"/>
              </a:rPr>
              <a:t>Elitism: cei mai buni indivizi trec direct în generația următoare, deci soluția cea mai bună nu se pierde niciodată.</a:t>
            </a:r>
          </a:p>
        </p:txBody>
      </p:sp>
      <p:pic>
        <p:nvPicPr>
          <p:cNvPr id="5" name="Picture 4" descr="ga_ruleta.png"/>
          <p:cNvPicPr>
            <a:picLocks noChangeAspect="1"/>
          </p:cNvPicPr>
          <p:nvPr/>
        </p:nvPicPr>
        <p:blipFill>
          <a:blip r:embed="rId2"/>
          <a:stretch>
            <a:fillRect/>
          </a:stretch>
        </p:blipFill>
        <p:spPr>
          <a:xfrm>
            <a:off x="6355080" y="1417320"/>
            <a:ext cx="5349240" cy="4900686"/>
          </a:xfrm>
          <a:prstGeom prst="rect">
            <a:avLst/>
          </a:prstGeom>
        </p:spPr>
      </p:pic>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Experimente: instanțe și metodologie</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234440"/>
            <a:ext cx="3611880" cy="4069080"/>
          </a:xfrm>
          <a:prstGeom prst="roundRect">
            <a:avLst>
              <a:gd name="adj" fmla="val 5500"/>
            </a:avLst>
          </a:prstGeom>
          <a:solidFill>
            <a:srgbClr val="161F33"/>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417320"/>
            <a:ext cx="3154680" cy="3749039"/>
          </a:xfrm>
          <a:prstGeom prst="rect">
            <a:avLst/>
          </a:prstGeom>
          <a:noFill/>
        </p:spPr>
        <p:txBody>
          <a:bodyPr wrap="square">
            <a:spAutoFit/>
          </a:bodyPr>
          <a:lstStyle/>
          <a:p>
            <a:pPr algn="l">
              <a:spcAft>
                <a:spcPts val="400"/>
              </a:spcAft>
              <a:buNone/>
            </a:pPr>
            <a:r>
              <a:rPr sz="1650" b="1" i="0">
                <a:solidFill>
                  <a:srgbClr val="EAF0FA"/>
                </a:solidFill>
                <a:latin typeface="Arial"/>
              </a:rPr>
              <a:t>24 de grafuri reale</a:t>
            </a:r>
          </a:p>
          <a:p>
            <a:pPr algn="l">
              <a:spcAft>
                <a:spcPts val="800"/>
              </a:spcAft>
              <a:buNone/>
            </a:pPr>
            <a:r>
              <a:rPr sz="1250" b="0" i="0">
                <a:solidFill>
                  <a:srgbClr val="97A2B8"/>
                </a:solidFill>
                <a:latin typeface="Arial"/>
              </a:rPr>
              <a:t>33 până la 2 361 de vârfuri</a:t>
            </a:r>
          </a:p>
          <a:p>
            <a:pPr algn="l" indent="-137160" marL="137160">
              <a:spcAft>
                <a:spcPts val="600"/>
              </a:spcAft>
              <a:buFont typeface="Arial"/>
              <a:buChar char="•"/>
            </a:pPr>
            <a:r>
              <a:rPr sz="1350" b="0" i="0">
                <a:solidFill>
                  <a:srgbClr val="C6CFDF"/>
                </a:solidFill>
                <a:latin typeface="Arial"/>
              </a:rPr>
              <a:t>Rețele sociale: karate, dolphins, david</a:t>
            </a:r>
          </a:p>
          <a:p>
            <a:pPr algn="l" indent="-137160" marL="137160">
              <a:spcAft>
                <a:spcPts val="600"/>
              </a:spcAft>
              <a:buFont typeface="Arial"/>
              <a:buChar char="•"/>
            </a:pPr>
            <a:r>
              <a:rPr sz="1350" b="0" i="0">
                <a:solidFill>
                  <a:srgbClr val="C6CFDF"/>
                </a:solidFill>
                <a:latin typeface="Arial"/>
              </a:rPr>
              <a:t>Rețele electrice: ieeebus, 494bus, 662bus</a:t>
            </a:r>
          </a:p>
          <a:p>
            <a:pPr algn="l" indent="-137160" marL="137160">
              <a:spcAft>
                <a:spcPts val="600"/>
              </a:spcAft>
              <a:buFont typeface="Arial"/>
              <a:buChar char="•"/>
            </a:pPr>
            <a:r>
              <a:rPr sz="1350" b="0" i="0">
                <a:solidFill>
                  <a:srgbClr val="C6CFDF"/>
                </a:solidFill>
                <a:latin typeface="Arial"/>
              </a:rPr>
              <a:t>Transport aerian: usair</a:t>
            </a:r>
          </a:p>
          <a:p>
            <a:pPr algn="l" indent="-137160" marL="137160">
              <a:spcAft>
                <a:spcPts val="600"/>
              </a:spcAft>
              <a:buFont typeface="Arial"/>
              <a:buChar char="•"/>
            </a:pPr>
            <a:r>
              <a:rPr sz="1350" b="0" i="0">
                <a:solidFill>
                  <a:srgbClr val="C6CFDF"/>
                </a:solidFill>
                <a:latin typeface="Arial"/>
              </a:rPr>
              <a:t>Biologie: yeast, rețeaua de interacțiuni proteice</a:t>
            </a:r>
          </a:p>
        </p:txBody>
      </p:sp>
      <p:pic>
        <p:nvPicPr>
          <p:cNvPr id="6" name="Picture 5" descr="usair.png"/>
          <p:cNvPicPr>
            <a:picLocks noChangeAspect="1"/>
          </p:cNvPicPr>
          <p:nvPr/>
        </p:nvPicPr>
        <p:blipFill>
          <a:blip r:embed="rId2"/>
          <a:stretch>
            <a:fillRect/>
          </a:stretch>
        </p:blipFill>
        <p:spPr>
          <a:xfrm>
            <a:off x="4434840" y="1371600"/>
            <a:ext cx="3794760" cy="3147065"/>
          </a:xfrm>
          <a:prstGeom prst="rect">
            <a:avLst/>
          </a:prstGeom>
        </p:spPr>
      </p:pic>
      <p:sp>
        <p:nvSpPr>
          <p:cNvPr id="7" name="Rounded Rectangle 6"/>
          <p:cNvSpPr/>
          <p:nvPr/>
        </p:nvSpPr>
        <p:spPr>
          <a:xfrm>
            <a:off x="8458200" y="1234440"/>
            <a:ext cx="3154680" cy="4069080"/>
          </a:xfrm>
          <a:prstGeom prst="roundRect">
            <a:avLst>
              <a:gd name="adj" fmla="val 5500"/>
            </a:avLst>
          </a:prstGeom>
          <a:solidFill>
            <a:srgbClr val="161F33"/>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0" y="1417320"/>
            <a:ext cx="2697480" cy="3749039"/>
          </a:xfrm>
          <a:prstGeom prst="rect">
            <a:avLst/>
          </a:prstGeom>
          <a:noFill/>
        </p:spPr>
        <p:txBody>
          <a:bodyPr wrap="square">
            <a:spAutoFit/>
          </a:bodyPr>
          <a:lstStyle/>
          <a:p>
            <a:pPr algn="l">
              <a:spcAft>
                <a:spcPts val="400"/>
              </a:spcAft>
              <a:buNone/>
            </a:pPr>
            <a:r>
              <a:rPr sz="1650" b="1" i="0">
                <a:solidFill>
                  <a:srgbClr val="EAF0FA"/>
                </a:solidFill>
                <a:latin typeface="Arial"/>
              </a:rPr>
              <a:t>Generator propriu</a:t>
            </a:r>
          </a:p>
          <a:p>
            <a:pPr algn="l">
              <a:spcAft>
                <a:spcPts val="800"/>
              </a:spcAft>
              <a:buNone/>
            </a:pPr>
            <a:r>
              <a:rPr sz="1250" b="0" i="0">
                <a:solidFill>
                  <a:srgbClr val="97A2B8"/>
                </a:solidFill>
                <a:latin typeface="Arial"/>
              </a:rPr>
              <a:t>contribuție a lucrării</a:t>
            </a:r>
          </a:p>
          <a:p>
            <a:pPr algn="l" indent="-137160" marL="137160">
              <a:spcAft>
                <a:spcPts val="600"/>
              </a:spcAft>
              <a:buFont typeface="Arial"/>
              <a:buChar char="•"/>
            </a:pPr>
            <a:r>
              <a:rPr sz="1350" b="0" i="0">
                <a:solidFill>
                  <a:srgbClr val="C6CFDF"/>
                </a:solidFill>
                <a:latin typeface="Arial"/>
              </a:rPr>
              <a:t>Drum plantat de lungime cunoscută (1 600)</a:t>
            </a:r>
          </a:p>
          <a:p>
            <a:pPr algn="l" indent="-137160" marL="137160">
              <a:spcAft>
                <a:spcPts val="600"/>
              </a:spcAft>
              <a:buFont typeface="Arial"/>
              <a:buChar char="•"/>
            </a:pPr>
            <a:r>
              <a:rPr sz="1350" b="0" i="0">
                <a:solidFill>
                  <a:srgbClr val="C6CFDF"/>
                </a:solidFill>
                <a:latin typeface="Arial"/>
              </a:rPr>
              <a:t>Zgomot organizat în clici, capcane la capete</a:t>
            </a:r>
          </a:p>
          <a:p>
            <a:pPr algn="l" indent="-137160" marL="137160">
              <a:spcAft>
                <a:spcPts val="600"/>
              </a:spcAft>
              <a:buFont typeface="Arial"/>
              <a:buChar char="•"/>
            </a:pPr>
            <a:r>
              <a:rPr sz="1350" b="1" i="0">
                <a:solidFill>
                  <a:srgbClr val="EAF0FA"/>
                </a:solidFill>
                <a:latin typeface="Arial"/>
              </a:rPr>
              <a:t>generated-hard-5000: 5 000 vârfuri, 1,3 mil. muchii</a:t>
            </a:r>
          </a:p>
        </p:txBody>
      </p:sp>
      <p:sp>
        <p:nvSpPr>
          <p:cNvPr id="9" name="TextBox 8"/>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Rezultate: aceleași resurse, 15 minute pe instanță</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66928" y="1234440"/>
          <a:ext cx="11027664" cy="4572000"/>
        </p:xfrm>
        <a:graphic>
          <a:graphicData uri="http://schemas.openxmlformats.org/drawingml/2006/table">
            <a:tbl>
              <a:tblPr firstRow="1" bandRow="1">
                <a:tableStyleId>{5C22544A-7EE6-4342-B048-85BDC9FD1C3A}</a:tableStyleId>
              </a:tblPr>
              <a:tblGrid>
                <a:gridCol w="2514600"/>
                <a:gridCol w="868680"/>
                <a:gridCol w="1188720"/>
                <a:gridCol w="1051560"/>
                <a:gridCol w="1051560"/>
                <a:gridCol w="1188720"/>
                <a:gridCol w="1581912"/>
                <a:gridCol w="1581912"/>
              </a:tblGrid>
              <a:tr h="457200">
                <a:tc>
                  <a:txBody>
                    <a:bodyPr/>
                    <a:lstStyle/>
                    <a:p>
                      <a:pPr algn="l"/>
                      <a:r>
                        <a:rPr sz="1350" b="1">
                          <a:solidFill>
                            <a:srgbClr val="EAF0FA"/>
                          </a:solidFill>
                          <a:latin typeface="Arial"/>
                        </a:rPr>
                        <a:t>Instanță</a:t>
                      </a:r>
                    </a:p>
                  </a:txBody>
                  <a:tcPr marL="54864" marR="27432" marT="9144" marB="9144" anchor="ctr">
                    <a:solidFill>
                      <a:srgbClr val="24304E"/>
                    </a:solidFill>
                  </a:tcPr>
                </a:tc>
                <a:tc>
                  <a:txBody>
                    <a:bodyPr/>
                    <a:lstStyle/>
                    <a:p>
                      <a:pPr algn="ctr"/>
                      <a:r>
                        <a:rPr sz="1350" b="1">
                          <a:solidFill>
                            <a:srgbClr val="EAF0FA"/>
                          </a:solidFill>
                          <a:latin typeface="Arial"/>
                        </a:rPr>
                        <a:t>|V|</a:t>
                      </a:r>
                    </a:p>
                  </a:txBody>
                  <a:tcPr marL="54864" marR="27432" marT="9144" marB="9144" anchor="ctr">
                    <a:solidFill>
                      <a:srgbClr val="24304E"/>
                    </a:solidFill>
                  </a:tcPr>
                </a:tc>
                <a:tc>
                  <a:txBody>
                    <a:bodyPr/>
                    <a:lstStyle/>
                    <a:p>
                      <a:pPr algn="ctr"/>
                      <a:r>
                        <a:rPr sz="1350" b="1">
                          <a:solidFill>
                            <a:srgbClr val="EAF0FA"/>
                          </a:solidFill>
                          <a:latin typeface="Arial"/>
                        </a:rPr>
                        <a:t>OPT</a:t>
                      </a:r>
                    </a:p>
                  </a:txBody>
                  <a:tcPr marL="54864" marR="27432" marT="9144" marB="9144" anchor="ctr">
                    <a:solidFill>
                      <a:srgbClr val="24304E"/>
                    </a:solidFill>
                  </a:tcPr>
                </a:tc>
                <a:tc>
                  <a:txBody>
                    <a:bodyPr/>
                    <a:lstStyle/>
                    <a:p>
                      <a:pPr algn="ctr"/>
                      <a:r>
                        <a:rPr sz="1350" b="1">
                          <a:solidFill>
                            <a:srgbClr val="EAF0FA"/>
                          </a:solidFill>
                          <a:latin typeface="Arial"/>
                        </a:rPr>
                        <a:t>CEC</a:t>
                      </a:r>
                    </a:p>
                  </a:txBody>
                  <a:tcPr marL="54864" marR="27432" marT="9144" marB="9144" anchor="ctr">
                    <a:solidFill>
                      <a:srgbClr val="24304E"/>
                    </a:solidFill>
                  </a:tcPr>
                </a:tc>
                <a:tc>
                  <a:txBody>
                    <a:bodyPr/>
                    <a:lstStyle/>
                    <a:p>
                      <a:pPr algn="ctr"/>
                      <a:r>
                        <a:rPr sz="1350" b="1">
                          <a:solidFill>
                            <a:srgbClr val="EAF0FA"/>
                          </a:solidFill>
                          <a:latin typeface="Arial"/>
                        </a:rPr>
                        <a:t>CUT</a:t>
                      </a:r>
                    </a:p>
                  </a:txBody>
                  <a:tcPr marL="54864" marR="27432" marT="9144" marB="9144" anchor="ctr">
                    <a:solidFill>
                      <a:srgbClr val="24304E"/>
                    </a:solidFill>
                  </a:tcPr>
                </a:tc>
                <a:tc>
                  <a:txBody>
                    <a:bodyPr/>
                    <a:lstStyle/>
                    <a:p>
                      <a:pPr algn="ctr"/>
                      <a:r>
                        <a:rPr sz="1350" b="1">
                          <a:solidFill>
                            <a:srgbClr val="EAF0FA"/>
                          </a:solidFill>
                          <a:latin typeface="Arial"/>
                        </a:rPr>
                        <a:t>HLIPP</a:t>
                      </a:r>
                    </a:p>
                  </a:txBody>
                  <a:tcPr marL="54864" marR="27432" marT="9144" marB="9144" anchor="ctr">
                    <a:solidFill>
                      <a:srgbClr val="24304E"/>
                    </a:solidFill>
                  </a:tcPr>
                </a:tc>
                <a:tc>
                  <a:txBody>
                    <a:bodyPr/>
                    <a:lstStyle/>
                    <a:p>
                      <a:pPr algn="ctr"/>
                      <a:r>
                        <a:rPr sz="1350" b="1">
                          <a:solidFill>
                            <a:srgbClr val="EAF0FA"/>
                          </a:solidFill>
                          <a:latin typeface="Arial"/>
                        </a:rPr>
                        <a:t>GA (propus)</a:t>
                      </a:r>
                    </a:p>
                  </a:txBody>
                  <a:tcPr marL="54864" marR="27432" marT="9144" marB="9144" anchor="ctr">
                    <a:solidFill>
                      <a:srgbClr val="24304E"/>
                    </a:solidFill>
                  </a:tcPr>
                </a:tc>
                <a:tc>
                  <a:txBody>
                    <a:bodyPr/>
                    <a:lstStyle/>
                    <a:p>
                      <a:pPr algn="ctr"/>
                      <a:r>
                        <a:rPr sz="1350" b="1">
                          <a:solidFill>
                            <a:srgbClr val="EAF0FA"/>
                          </a:solidFill>
                          <a:latin typeface="Arial"/>
                        </a:rPr>
                        <a:t>ACO (propus)</a:t>
                      </a:r>
                    </a:p>
                  </a:txBody>
                  <a:tcPr marL="54864" marR="27432" marT="9144" marB="9144" anchor="ctr">
                    <a:solidFill>
                      <a:srgbClr val="24304E"/>
                    </a:solidFill>
                  </a:tcPr>
                </a:tc>
              </a:tr>
              <a:tr h="457200">
                <a:tc>
                  <a:txBody>
                    <a:bodyPr/>
                    <a:lstStyle/>
                    <a:p>
                      <a:pPr algn="l"/>
                      <a:r>
                        <a:rPr sz="1400">
                          <a:solidFill>
                            <a:srgbClr val="EAF0FA"/>
                          </a:solidFill>
                          <a:latin typeface="Arial"/>
                        </a:rPr>
                        <a:t>karate</a:t>
                      </a:r>
                    </a:p>
                  </a:txBody>
                  <a:tcPr marL="54864" marR="27432" marT="9144" marB="9144" anchor="ctr">
                    <a:solidFill>
                      <a:srgbClr val="0F1727"/>
                    </a:solidFill>
                  </a:tcPr>
                </a:tc>
                <a:tc>
                  <a:txBody>
                    <a:bodyPr/>
                    <a:lstStyle/>
                    <a:p>
                      <a:pPr algn="ctr"/>
                      <a:r>
                        <a:rPr sz="1400">
                          <a:solidFill>
                            <a:srgbClr val="C6CFDF"/>
                          </a:solidFill>
                          <a:latin typeface="Arial"/>
                        </a:rPr>
                        <a:t>34</a:t>
                      </a:r>
                    </a:p>
                  </a:txBody>
                  <a:tcPr marL="54864" marR="27432" marT="9144" marB="9144" anchor="ctr">
                    <a:solidFill>
                      <a:srgbClr val="0F1727"/>
                    </a:solidFill>
                  </a:tcPr>
                </a:tc>
                <a:tc>
                  <a:txBody>
                    <a:bodyPr/>
                    <a:lstStyle/>
                    <a:p>
                      <a:pPr algn="ctr"/>
                      <a:r>
                        <a:rPr sz="1400">
                          <a:solidFill>
                            <a:srgbClr val="C6CFDF"/>
                          </a:solidFill>
                          <a:latin typeface="Arial"/>
                        </a:rPr>
                        <a:t>9</a:t>
                      </a:r>
                    </a:p>
                  </a:txBody>
                  <a:tcPr marL="54864" marR="27432" marT="9144" marB="9144" anchor="ctr">
                    <a:solidFill>
                      <a:srgbClr val="0F1727"/>
                    </a:solidFill>
                  </a:tcPr>
                </a:tc>
                <a:tc>
                  <a:txBody>
                    <a:bodyPr/>
                    <a:lstStyle/>
                    <a:p>
                      <a:pPr algn="ctr"/>
                      <a:r>
                        <a:rPr sz="1400" b="1">
                          <a:solidFill>
                            <a:srgbClr val="EAF0FA"/>
                          </a:solidFill>
                          <a:latin typeface="Arial"/>
                        </a:rPr>
                        <a:t>9</a:t>
                      </a:r>
                    </a:p>
                  </a:txBody>
                  <a:tcPr marL="54864" marR="27432" marT="9144" marB="9144" anchor="ctr">
                    <a:solidFill>
                      <a:srgbClr val="0F1727"/>
                    </a:solidFill>
                  </a:tcPr>
                </a:tc>
                <a:tc>
                  <a:txBody>
                    <a:bodyPr/>
                    <a:lstStyle/>
                    <a:p>
                      <a:pPr algn="ctr"/>
                      <a:r>
                        <a:rPr sz="1400" b="1">
                          <a:solidFill>
                            <a:srgbClr val="EAF0FA"/>
                          </a:solidFill>
                          <a:latin typeface="Arial"/>
                        </a:rPr>
                        <a:t>9</a:t>
                      </a:r>
                    </a:p>
                  </a:txBody>
                  <a:tcPr marL="54864" marR="27432" marT="9144" marB="9144" anchor="ctr">
                    <a:solidFill>
                      <a:srgbClr val="0F1727"/>
                    </a:solidFill>
                  </a:tcPr>
                </a:tc>
                <a:tc>
                  <a:txBody>
                    <a:bodyPr/>
                    <a:lstStyle/>
                    <a:p>
                      <a:pPr algn="ctr"/>
                      <a:r>
                        <a:rPr sz="1400" b="1">
                          <a:solidFill>
                            <a:srgbClr val="EAF0FA"/>
                          </a:solidFill>
                          <a:latin typeface="Arial"/>
                        </a:rPr>
                        <a:t>9</a:t>
                      </a:r>
                    </a:p>
                  </a:txBody>
                  <a:tcPr marL="54864" marR="27432" marT="9144" marB="9144" anchor="ctr">
                    <a:solidFill>
                      <a:srgbClr val="0F1727"/>
                    </a:solidFill>
                  </a:tcPr>
                </a:tc>
                <a:tc>
                  <a:txBody>
                    <a:bodyPr/>
                    <a:lstStyle/>
                    <a:p>
                      <a:pPr algn="ctr"/>
                      <a:r>
                        <a:rPr sz="1400" b="1">
                          <a:solidFill>
                            <a:srgbClr val="EAF0FA"/>
                          </a:solidFill>
                          <a:latin typeface="Arial"/>
                        </a:rPr>
                        <a:t>9</a:t>
                      </a:r>
                    </a:p>
                  </a:txBody>
                  <a:tcPr marL="54864" marR="27432" marT="9144" marB="9144" anchor="ctr">
                    <a:solidFill>
                      <a:srgbClr val="0F1727"/>
                    </a:solidFill>
                  </a:tcPr>
                </a:tc>
                <a:tc>
                  <a:txBody>
                    <a:bodyPr/>
                    <a:lstStyle/>
                    <a:p>
                      <a:pPr algn="ctr"/>
                      <a:r>
                        <a:rPr sz="1400" b="1">
                          <a:solidFill>
                            <a:srgbClr val="EAF0FA"/>
                          </a:solidFill>
                          <a:latin typeface="Arial"/>
                        </a:rPr>
                        <a:t>9</a:t>
                      </a:r>
                    </a:p>
                  </a:txBody>
                  <a:tcPr marL="54864" marR="27432" marT="9144" marB="9144" anchor="ctr">
                    <a:solidFill>
                      <a:srgbClr val="0F1727"/>
                    </a:solidFill>
                  </a:tcPr>
                </a:tc>
              </a:tr>
              <a:tr h="457200">
                <a:tc>
                  <a:txBody>
                    <a:bodyPr/>
                    <a:lstStyle/>
                    <a:p>
                      <a:pPr algn="l"/>
                      <a:r>
                        <a:rPr sz="1400">
                          <a:solidFill>
                            <a:srgbClr val="EAF0FA"/>
                          </a:solidFill>
                          <a:latin typeface="Arial"/>
                        </a:rPr>
                        <a:t>dolphins</a:t>
                      </a:r>
                    </a:p>
                  </a:txBody>
                  <a:tcPr marL="54864" marR="27432" marT="9144" marB="9144" anchor="ctr">
                    <a:solidFill>
                      <a:srgbClr val="141D31"/>
                    </a:solidFill>
                  </a:tcPr>
                </a:tc>
                <a:tc>
                  <a:txBody>
                    <a:bodyPr/>
                    <a:lstStyle/>
                    <a:p>
                      <a:pPr algn="ctr"/>
                      <a:r>
                        <a:rPr sz="1400">
                          <a:solidFill>
                            <a:srgbClr val="C6CFDF"/>
                          </a:solidFill>
                          <a:latin typeface="Arial"/>
                        </a:rPr>
                        <a:t>62</a:t>
                      </a:r>
                    </a:p>
                  </a:txBody>
                  <a:tcPr marL="54864" marR="27432" marT="9144" marB="9144" anchor="ctr">
                    <a:solidFill>
                      <a:srgbClr val="141D31"/>
                    </a:solidFill>
                  </a:tcPr>
                </a:tc>
                <a:tc>
                  <a:txBody>
                    <a:bodyPr/>
                    <a:lstStyle/>
                    <a:p>
                      <a:pPr algn="ctr"/>
                      <a:r>
                        <a:rPr sz="1400">
                          <a:solidFill>
                            <a:srgbClr val="C6CFDF"/>
                          </a:solidFill>
                          <a:latin typeface="Arial"/>
                        </a:rPr>
                        <a:t>24</a:t>
                      </a:r>
                    </a:p>
                  </a:txBody>
                  <a:tcPr marL="54864" marR="27432" marT="9144" marB="9144" anchor="ctr">
                    <a:solidFill>
                      <a:srgbClr val="141D31"/>
                    </a:solidFill>
                  </a:tcPr>
                </a:tc>
                <a:tc>
                  <a:txBody>
                    <a:bodyPr/>
                    <a:lstStyle/>
                    <a:p>
                      <a:pPr algn="ctr"/>
                      <a:r>
                        <a:rPr sz="1400" b="1">
                          <a:solidFill>
                            <a:srgbClr val="EAF0FA"/>
                          </a:solidFill>
                          <a:latin typeface="Arial"/>
                        </a:rPr>
                        <a:t>24</a:t>
                      </a:r>
                    </a:p>
                  </a:txBody>
                  <a:tcPr marL="54864" marR="27432" marT="9144" marB="9144" anchor="ctr">
                    <a:solidFill>
                      <a:srgbClr val="141D31"/>
                    </a:solidFill>
                  </a:tcPr>
                </a:tc>
                <a:tc>
                  <a:txBody>
                    <a:bodyPr/>
                    <a:lstStyle/>
                    <a:p>
                      <a:pPr algn="ctr"/>
                      <a:r>
                        <a:rPr sz="1400" b="1">
                          <a:solidFill>
                            <a:srgbClr val="EAF0FA"/>
                          </a:solidFill>
                          <a:latin typeface="Arial"/>
                        </a:rPr>
                        <a:t>24</a:t>
                      </a:r>
                    </a:p>
                  </a:txBody>
                  <a:tcPr marL="54864" marR="27432" marT="9144" marB="9144" anchor="ctr">
                    <a:solidFill>
                      <a:srgbClr val="141D31"/>
                    </a:solidFill>
                  </a:tcPr>
                </a:tc>
                <a:tc>
                  <a:txBody>
                    <a:bodyPr/>
                    <a:lstStyle/>
                    <a:p>
                      <a:pPr algn="ctr"/>
                      <a:r>
                        <a:rPr sz="1400">
                          <a:solidFill>
                            <a:srgbClr val="C6CFDF"/>
                          </a:solidFill>
                          <a:latin typeface="Arial"/>
                        </a:rPr>
                        <a:t>23</a:t>
                      </a:r>
                    </a:p>
                  </a:txBody>
                  <a:tcPr marL="54864" marR="27432" marT="9144" marB="9144" anchor="ctr">
                    <a:solidFill>
                      <a:srgbClr val="141D31"/>
                    </a:solidFill>
                  </a:tcPr>
                </a:tc>
                <a:tc>
                  <a:txBody>
                    <a:bodyPr/>
                    <a:lstStyle/>
                    <a:p>
                      <a:pPr algn="ctr"/>
                      <a:r>
                        <a:rPr sz="1400" b="1">
                          <a:solidFill>
                            <a:srgbClr val="EAF0FA"/>
                          </a:solidFill>
                          <a:latin typeface="Arial"/>
                        </a:rPr>
                        <a:t>24</a:t>
                      </a:r>
                    </a:p>
                  </a:txBody>
                  <a:tcPr marL="54864" marR="27432" marT="9144" marB="9144" anchor="ctr">
                    <a:solidFill>
                      <a:srgbClr val="141D31"/>
                    </a:solidFill>
                  </a:tcPr>
                </a:tc>
                <a:tc>
                  <a:txBody>
                    <a:bodyPr/>
                    <a:lstStyle/>
                    <a:p>
                      <a:pPr algn="ctr"/>
                      <a:r>
                        <a:rPr sz="1400" b="1">
                          <a:solidFill>
                            <a:srgbClr val="EAF0FA"/>
                          </a:solidFill>
                          <a:latin typeface="Arial"/>
                        </a:rPr>
                        <a:t>24</a:t>
                      </a:r>
                    </a:p>
                  </a:txBody>
                  <a:tcPr marL="54864" marR="27432" marT="9144" marB="9144" anchor="ctr">
                    <a:solidFill>
                      <a:srgbClr val="141D31"/>
                    </a:solidFill>
                  </a:tcPr>
                </a:tc>
              </a:tr>
              <a:tr h="457200">
                <a:tc>
                  <a:txBody>
                    <a:bodyPr/>
                    <a:lstStyle/>
                    <a:p>
                      <a:pPr algn="l"/>
                      <a:r>
                        <a:rPr sz="1400">
                          <a:solidFill>
                            <a:srgbClr val="EAF0FA"/>
                          </a:solidFill>
                          <a:latin typeface="Arial"/>
                        </a:rPr>
                        <a:t>sanjuansur</a:t>
                      </a:r>
                    </a:p>
                  </a:txBody>
                  <a:tcPr marL="54864" marR="27432" marT="9144" marB="9144" anchor="ctr">
                    <a:solidFill>
                      <a:srgbClr val="0F1727"/>
                    </a:solidFill>
                  </a:tcPr>
                </a:tc>
                <a:tc>
                  <a:txBody>
                    <a:bodyPr/>
                    <a:lstStyle/>
                    <a:p>
                      <a:pPr algn="ctr"/>
                      <a:r>
                        <a:rPr sz="1400">
                          <a:solidFill>
                            <a:srgbClr val="C6CFDF"/>
                          </a:solidFill>
                          <a:latin typeface="Arial"/>
                        </a:rPr>
                        <a:t>75</a:t>
                      </a:r>
                    </a:p>
                  </a:txBody>
                  <a:tcPr marL="54864" marR="27432" marT="9144" marB="9144" anchor="ctr">
                    <a:solidFill>
                      <a:srgbClr val="0F1727"/>
                    </a:solidFill>
                  </a:tcPr>
                </a:tc>
                <a:tc>
                  <a:txBody>
                    <a:bodyPr/>
                    <a:lstStyle/>
                    <a:p>
                      <a:pPr algn="ctr"/>
                      <a:r>
                        <a:rPr sz="1400">
                          <a:solidFill>
                            <a:srgbClr val="C6CFDF"/>
                          </a:solidFill>
                          <a:latin typeface="Arial"/>
                        </a:rPr>
                        <a:t>38</a:t>
                      </a:r>
                    </a:p>
                  </a:txBody>
                  <a:tcPr marL="54864" marR="27432" marT="9144" marB="9144" anchor="ctr">
                    <a:solidFill>
                      <a:srgbClr val="0F1727"/>
                    </a:solidFill>
                  </a:tcPr>
                </a:tc>
                <a:tc>
                  <a:txBody>
                    <a:bodyPr/>
                    <a:lstStyle/>
                    <a:p>
                      <a:pPr algn="ctr"/>
                      <a:r>
                        <a:rPr sz="1400" b="1">
                          <a:solidFill>
                            <a:srgbClr val="EAF0FA"/>
                          </a:solidFill>
                          <a:latin typeface="Arial"/>
                        </a:rPr>
                        <a:t>38</a:t>
                      </a:r>
                    </a:p>
                  </a:txBody>
                  <a:tcPr marL="54864" marR="27432" marT="9144" marB="9144" anchor="ctr">
                    <a:solidFill>
                      <a:srgbClr val="0F1727"/>
                    </a:solidFill>
                  </a:tcPr>
                </a:tc>
                <a:tc>
                  <a:txBody>
                    <a:bodyPr/>
                    <a:lstStyle/>
                    <a:p>
                      <a:pPr algn="ctr"/>
                      <a:r>
                        <a:rPr sz="1400" b="1">
                          <a:solidFill>
                            <a:srgbClr val="EAF0FA"/>
                          </a:solidFill>
                          <a:latin typeface="Arial"/>
                        </a:rPr>
                        <a:t>38</a:t>
                      </a:r>
                    </a:p>
                  </a:txBody>
                  <a:tcPr marL="54864" marR="27432" marT="9144" marB="9144" anchor="ctr">
                    <a:solidFill>
                      <a:srgbClr val="0F1727"/>
                    </a:solidFill>
                  </a:tcPr>
                </a:tc>
                <a:tc>
                  <a:txBody>
                    <a:bodyPr/>
                    <a:lstStyle/>
                    <a:p>
                      <a:pPr algn="ctr"/>
                      <a:r>
                        <a:rPr sz="1400">
                          <a:solidFill>
                            <a:srgbClr val="C6CFDF"/>
                          </a:solidFill>
                          <a:latin typeface="Arial"/>
                        </a:rPr>
                        <a:t>36</a:t>
                      </a:r>
                    </a:p>
                  </a:txBody>
                  <a:tcPr marL="54864" marR="27432" marT="9144" marB="9144" anchor="ctr">
                    <a:solidFill>
                      <a:srgbClr val="0F1727"/>
                    </a:solidFill>
                  </a:tcPr>
                </a:tc>
                <a:tc>
                  <a:txBody>
                    <a:bodyPr/>
                    <a:lstStyle/>
                    <a:p>
                      <a:pPr algn="ctr"/>
                      <a:r>
                        <a:rPr sz="1400" b="1">
                          <a:solidFill>
                            <a:srgbClr val="EAF0FA"/>
                          </a:solidFill>
                          <a:latin typeface="Arial"/>
                        </a:rPr>
                        <a:t>38</a:t>
                      </a:r>
                    </a:p>
                  </a:txBody>
                  <a:tcPr marL="54864" marR="27432" marT="9144" marB="9144" anchor="ctr">
                    <a:solidFill>
                      <a:srgbClr val="0F1727"/>
                    </a:solidFill>
                  </a:tcPr>
                </a:tc>
                <a:tc>
                  <a:txBody>
                    <a:bodyPr/>
                    <a:lstStyle/>
                    <a:p>
                      <a:pPr algn="ctr"/>
                      <a:r>
                        <a:rPr sz="1400" b="1">
                          <a:solidFill>
                            <a:srgbClr val="EAF0FA"/>
                          </a:solidFill>
                          <a:latin typeface="Arial"/>
                        </a:rPr>
                        <a:t>38</a:t>
                      </a:r>
                    </a:p>
                  </a:txBody>
                  <a:tcPr marL="54864" marR="27432" marT="9144" marB="9144" anchor="ctr">
                    <a:solidFill>
                      <a:srgbClr val="0F1727"/>
                    </a:solidFill>
                  </a:tcPr>
                </a:tc>
              </a:tr>
              <a:tr h="457200">
                <a:tc>
                  <a:txBody>
                    <a:bodyPr/>
                    <a:lstStyle/>
                    <a:p>
                      <a:pPr algn="l"/>
                      <a:r>
                        <a:rPr sz="1400">
                          <a:solidFill>
                            <a:srgbClr val="EAF0FA"/>
                          </a:solidFill>
                          <a:latin typeface="Arial"/>
                        </a:rPr>
                        <a:t>ieeebus</a:t>
                      </a:r>
                    </a:p>
                  </a:txBody>
                  <a:tcPr marL="54864" marR="27432" marT="9144" marB="9144" anchor="ctr">
                    <a:solidFill>
                      <a:srgbClr val="141D31"/>
                    </a:solidFill>
                  </a:tcPr>
                </a:tc>
                <a:tc>
                  <a:txBody>
                    <a:bodyPr/>
                    <a:lstStyle/>
                    <a:p>
                      <a:pPr algn="ctr"/>
                      <a:r>
                        <a:rPr sz="1400">
                          <a:solidFill>
                            <a:srgbClr val="C6CFDF"/>
                          </a:solidFill>
                          <a:latin typeface="Arial"/>
                        </a:rPr>
                        <a:t>118</a:t>
                      </a:r>
                    </a:p>
                  </a:txBody>
                  <a:tcPr marL="54864" marR="27432" marT="9144" marB="9144" anchor="ctr">
                    <a:solidFill>
                      <a:srgbClr val="141D31"/>
                    </a:solidFill>
                  </a:tcPr>
                </a:tc>
                <a:tc>
                  <a:txBody>
                    <a:bodyPr/>
                    <a:lstStyle/>
                    <a:p>
                      <a:pPr algn="ctr"/>
                      <a:r>
                        <a:rPr sz="1400">
                          <a:solidFill>
                            <a:srgbClr val="C6CFDF"/>
                          </a:solidFill>
                          <a:latin typeface="Arial"/>
                        </a:rPr>
                        <a:t>47</a:t>
                      </a:r>
                    </a:p>
                  </a:txBody>
                  <a:tcPr marL="54864" marR="27432" marT="9144" marB="9144" anchor="ctr">
                    <a:solidFill>
                      <a:srgbClr val="141D31"/>
                    </a:solidFill>
                  </a:tcPr>
                </a:tc>
                <a:tc>
                  <a:txBody>
                    <a:bodyPr/>
                    <a:lstStyle/>
                    <a:p>
                      <a:pPr algn="ctr"/>
                      <a:r>
                        <a:rPr sz="1400" b="1">
                          <a:solidFill>
                            <a:srgbClr val="EAF0FA"/>
                          </a:solidFill>
                          <a:latin typeface="Arial"/>
                        </a:rPr>
                        <a:t>47</a:t>
                      </a:r>
                    </a:p>
                  </a:txBody>
                  <a:tcPr marL="54864" marR="27432" marT="9144" marB="9144" anchor="ctr">
                    <a:solidFill>
                      <a:srgbClr val="141D31"/>
                    </a:solidFill>
                  </a:tcPr>
                </a:tc>
                <a:tc>
                  <a:txBody>
                    <a:bodyPr/>
                    <a:lstStyle/>
                    <a:p>
                      <a:pPr algn="ctr"/>
                      <a:r>
                        <a:rPr sz="1400" b="1">
                          <a:solidFill>
                            <a:srgbClr val="EAF0FA"/>
                          </a:solidFill>
                          <a:latin typeface="Arial"/>
                        </a:rPr>
                        <a:t>47</a:t>
                      </a:r>
                    </a:p>
                  </a:txBody>
                  <a:tcPr marL="54864" marR="27432" marT="9144" marB="9144" anchor="ctr">
                    <a:solidFill>
                      <a:srgbClr val="141D31"/>
                    </a:solidFill>
                  </a:tcPr>
                </a:tc>
                <a:tc>
                  <a:txBody>
                    <a:bodyPr/>
                    <a:lstStyle/>
                    <a:p>
                      <a:pPr algn="ctr"/>
                      <a:r>
                        <a:rPr sz="1400" b="1">
                          <a:solidFill>
                            <a:srgbClr val="EAF0FA"/>
                          </a:solidFill>
                          <a:latin typeface="Arial"/>
                        </a:rPr>
                        <a:t>47</a:t>
                      </a:r>
                    </a:p>
                  </a:txBody>
                  <a:tcPr marL="54864" marR="27432" marT="9144" marB="9144" anchor="ctr">
                    <a:solidFill>
                      <a:srgbClr val="141D31"/>
                    </a:solidFill>
                  </a:tcPr>
                </a:tc>
                <a:tc>
                  <a:txBody>
                    <a:bodyPr/>
                    <a:lstStyle/>
                    <a:p>
                      <a:pPr algn="ctr"/>
                      <a:r>
                        <a:rPr sz="1400" b="1">
                          <a:solidFill>
                            <a:srgbClr val="EAF0FA"/>
                          </a:solidFill>
                          <a:latin typeface="Arial"/>
                        </a:rPr>
                        <a:t>47</a:t>
                      </a:r>
                    </a:p>
                  </a:txBody>
                  <a:tcPr marL="54864" marR="27432" marT="9144" marB="9144" anchor="ctr">
                    <a:solidFill>
                      <a:srgbClr val="141D31"/>
                    </a:solidFill>
                  </a:tcPr>
                </a:tc>
                <a:tc>
                  <a:txBody>
                    <a:bodyPr/>
                    <a:lstStyle/>
                    <a:p>
                      <a:pPr algn="ctr"/>
                      <a:r>
                        <a:rPr sz="1400" b="1">
                          <a:solidFill>
                            <a:srgbClr val="EAF0FA"/>
                          </a:solidFill>
                          <a:latin typeface="Arial"/>
                        </a:rPr>
                        <a:t>47</a:t>
                      </a:r>
                    </a:p>
                  </a:txBody>
                  <a:tcPr marL="54864" marR="27432" marT="9144" marB="9144" anchor="ctr">
                    <a:solidFill>
                      <a:srgbClr val="141D31"/>
                    </a:solidFill>
                  </a:tcPr>
                </a:tc>
              </a:tr>
              <a:tr h="457200">
                <a:tc>
                  <a:txBody>
                    <a:bodyPr/>
                    <a:lstStyle/>
                    <a:p>
                      <a:pPr algn="l"/>
                      <a:r>
                        <a:rPr sz="1400">
                          <a:solidFill>
                            <a:srgbClr val="EAF0FA"/>
                          </a:solidFill>
                          <a:latin typeface="Arial"/>
                        </a:rPr>
                        <a:t>usair</a:t>
                      </a:r>
                    </a:p>
                  </a:txBody>
                  <a:tcPr marL="54864" marR="27432" marT="9144" marB="9144" anchor="ctr">
                    <a:solidFill>
                      <a:srgbClr val="0F1727"/>
                    </a:solidFill>
                  </a:tcPr>
                </a:tc>
                <a:tc>
                  <a:txBody>
                    <a:bodyPr/>
                    <a:lstStyle/>
                    <a:p>
                      <a:pPr algn="ctr"/>
                      <a:r>
                        <a:rPr sz="1400">
                          <a:solidFill>
                            <a:srgbClr val="C6CFDF"/>
                          </a:solidFill>
                          <a:latin typeface="Arial"/>
                        </a:rPr>
                        <a:t>332</a:t>
                      </a:r>
                    </a:p>
                  </a:txBody>
                  <a:tcPr marL="54864" marR="27432" marT="9144" marB="9144" anchor="ctr">
                    <a:solidFill>
                      <a:srgbClr val="0F1727"/>
                    </a:solidFill>
                  </a:tcPr>
                </a:tc>
                <a:tc>
                  <a:txBody>
                    <a:bodyPr/>
                    <a:lstStyle/>
                    <a:p>
                      <a:pPr algn="ctr"/>
                      <a:r>
                        <a:rPr sz="1400">
                          <a:solidFill>
                            <a:srgbClr val="C6CFDF"/>
                          </a:solidFill>
                          <a:latin typeface="Arial"/>
                        </a:rPr>
                        <a:t>46</a:t>
                      </a:r>
                    </a:p>
                  </a:txBody>
                  <a:tcPr marL="54864" marR="27432" marT="9144" marB="9144" anchor="ctr">
                    <a:solidFill>
                      <a:srgbClr val="0F1727"/>
                    </a:solidFill>
                  </a:tcPr>
                </a:tc>
                <a:tc>
                  <a:txBody>
                    <a:bodyPr/>
                    <a:lstStyle/>
                    <a:p>
                      <a:pPr algn="ctr"/>
                      <a:r>
                        <a:rPr sz="1400" b="1">
                          <a:solidFill>
                            <a:srgbClr val="EAF0FA"/>
                          </a:solidFill>
                          <a:latin typeface="Arial"/>
                        </a:rPr>
                        <a:t>46</a:t>
                      </a:r>
                    </a:p>
                  </a:txBody>
                  <a:tcPr marL="54864" marR="27432" marT="9144" marB="9144" anchor="ctr">
                    <a:solidFill>
                      <a:srgbClr val="0F1727"/>
                    </a:solidFill>
                  </a:tcPr>
                </a:tc>
                <a:tc>
                  <a:txBody>
                    <a:bodyPr/>
                    <a:lstStyle/>
                    <a:p>
                      <a:pPr algn="ctr"/>
                      <a:r>
                        <a:rPr sz="1400" b="1">
                          <a:solidFill>
                            <a:srgbClr val="EAF0FA"/>
                          </a:solidFill>
                          <a:latin typeface="Arial"/>
                        </a:rPr>
                        <a:t>46</a:t>
                      </a:r>
                    </a:p>
                  </a:txBody>
                  <a:tcPr marL="54864" marR="27432" marT="9144" marB="9144" anchor="ctr">
                    <a:solidFill>
                      <a:srgbClr val="0F1727"/>
                    </a:solidFill>
                  </a:tcPr>
                </a:tc>
                <a:tc>
                  <a:txBody>
                    <a:bodyPr/>
                    <a:lstStyle/>
                    <a:p>
                      <a:pPr algn="ctr"/>
                      <a:r>
                        <a:rPr sz="1400">
                          <a:solidFill>
                            <a:srgbClr val="C6CFDF"/>
                          </a:solidFill>
                          <a:latin typeface="Arial"/>
                        </a:rPr>
                        <a:t>38</a:t>
                      </a:r>
                    </a:p>
                  </a:txBody>
                  <a:tcPr marL="54864" marR="27432" marT="9144" marB="9144" anchor="ctr">
                    <a:solidFill>
                      <a:srgbClr val="0F1727"/>
                    </a:solidFill>
                  </a:tcPr>
                </a:tc>
                <a:tc>
                  <a:txBody>
                    <a:bodyPr/>
                    <a:lstStyle/>
                    <a:p>
                      <a:pPr algn="ctr"/>
                      <a:r>
                        <a:rPr sz="1400" b="1">
                          <a:solidFill>
                            <a:srgbClr val="EAF0FA"/>
                          </a:solidFill>
                          <a:latin typeface="Arial"/>
                        </a:rPr>
                        <a:t>46</a:t>
                      </a:r>
                    </a:p>
                  </a:txBody>
                  <a:tcPr marL="54864" marR="27432" marT="9144" marB="9144" anchor="ctr">
                    <a:solidFill>
                      <a:srgbClr val="0F1727"/>
                    </a:solidFill>
                  </a:tcPr>
                </a:tc>
                <a:tc>
                  <a:txBody>
                    <a:bodyPr/>
                    <a:lstStyle/>
                    <a:p>
                      <a:pPr algn="ctr"/>
                      <a:r>
                        <a:rPr sz="1400" b="1">
                          <a:solidFill>
                            <a:srgbClr val="EAF0FA"/>
                          </a:solidFill>
                          <a:latin typeface="Arial"/>
                        </a:rPr>
                        <a:t>46</a:t>
                      </a:r>
                    </a:p>
                  </a:txBody>
                  <a:tcPr marL="54864" marR="27432" marT="9144" marB="9144" anchor="ctr">
                    <a:solidFill>
                      <a:srgbClr val="0F1727"/>
                    </a:solidFill>
                  </a:tcPr>
                </a:tc>
              </a:tr>
              <a:tr h="457200">
                <a:tc>
                  <a:txBody>
                    <a:bodyPr/>
                    <a:lstStyle/>
                    <a:p>
                      <a:pPr algn="l"/>
                      <a:r>
                        <a:rPr sz="1400">
                          <a:solidFill>
                            <a:srgbClr val="EAF0FA"/>
                          </a:solidFill>
                          <a:latin typeface="Arial"/>
                        </a:rPr>
                        <a:t>494bus</a:t>
                      </a:r>
                    </a:p>
                  </a:txBody>
                  <a:tcPr marL="54864" marR="27432" marT="9144" marB="9144" anchor="ctr">
                    <a:solidFill>
                      <a:srgbClr val="141D31"/>
                    </a:solidFill>
                  </a:tcPr>
                </a:tc>
                <a:tc>
                  <a:txBody>
                    <a:bodyPr/>
                    <a:lstStyle/>
                    <a:p>
                      <a:pPr algn="ctr"/>
                      <a:r>
                        <a:rPr sz="1400">
                          <a:solidFill>
                            <a:srgbClr val="C6CFDF"/>
                          </a:solidFill>
                          <a:latin typeface="Arial"/>
                        </a:rPr>
                        <a:t>494</a:t>
                      </a:r>
                    </a:p>
                  </a:txBody>
                  <a:tcPr marL="54864" marR="27432" marT="9144" marB="9144" anchor="ctr">
                    <a:solidFill>
                      <a:srgbClr val="141D31"/>
                    </a:solidFill>
                  </a:tcPr>
                </a:tc>
                <a:tc>
                  <a:txBody>
                    <a:bodyPr/>
                    <a:lstStyle/>
                    <a:p>
                      <a:pPr algn="ctr"/>
                      <a:r>
                        <a:rPr sz="1400">
                          <a:solidFill>
                            <a:srgbClr val="C6CFDF"/>
                          </a:solidFill>
                          <a:latin typeface="Arial"/>
                        </a:rPr>
                        <a:t>142</a:t>
                      </a:r>
                    </a:p>
                  </a:txBody>
                  <a:tcPr marL="54864" marR="27432" marT="9144" marB="9144" anchor="ctr">
                    <a:solidFill>
                      <a:srgbClr val="141D31"/>
                    </a:solidFill>
                  </a:tcPr>
                </a:tc>
                <a:tc>
                  <a:txBody>
                    <a:bodyPr/>
                    <a:lstStyle/>
                    <a:p>
                      <a:pPr algn="ctr"/>
                      <a:r>
                        <a:rPr sz="1400" b="1">
                          <a:solidFill>
                            <a:srgbClr val="EAF0FA"/>
                          </a:solidFill>
                          <a:latin typeface="Arial"/>
                        </a:rPr>
                        <a:t>142</a:t>
                      </a:r>
                    </a:p>
                  </a:txBody>
                  <a:tcPr marL="54864" marR="27432" marT="9144" marB="9144" anchor="ctr">
                    <a:solidFill>
                      <a:srgbClr val="141D31"/>
                    </a:solidFill>
                  </a:tcPr>
                </a:tc>
                <a:tc>
                  <a:txBody>
                    <a:bodyPr/>
                    <a:lstStyle/>
                    <a:p>
                      <a:pPr algn="ctr"/>
                      <a:r>
                        <a:rPr sz="1400" b="1">
                          <a:solidFill>
                            <a:srgbClr val="EAF0FA"/>
                          </a:solidFill>
                          <a:latin typeface="Arial"/>
                        </a:rPr>
                        <a:t>142</a:t>
                      </a:r>
                    </a:p>
                  </a:txBody>
                  <a:tcPr marL="54864" marR="27432" marT="9144" marB="9144" anchor="ctr">
                    <a:solidFill>
                      <a:srgbClr val="141D31"/>
                    </a:solidFill>
                  </a:tcPr>
                </a:tc>
                <a:tc>
                  <a:txBody>
                    <a:bodyPr/>
                    <a:lstStyle/>
                    <a:p>
                      <a:pPr algn="ctr"/>
                      <a:r>
                        <a:rPr sz="1400">
                          <a:solidFill>
                            <a:srgbClr val="C6CFDF"/>
                          </a:solidFill>
                          <a:latin typeface="Arial"/>
                        </a:rPr>
                        <a:t>109</a:t>
                      </a:r>
                    </a:p>
                  </a:txBody>
                  <a:tcPr marL="54864" marR="27432" marT="9144" marB="9144" anchor="ctr">
                    <a:solidFill>
                      <a:srgbClr val="141D31"/>
                    </a:solidFill>
                  </a:tcPr>
                </a:tc>
                <a:tc>
                  <a:txBody>
                    <a:bodyPr/>
                    <a:lstStyle/>
                    <a:p>
                      <a:pPr algn="ctr"/>
                      <a:r>
                        <a:rPr sz="1400" b="1">
                          <a:solidFill>
                            <a:srgbClr val="EAF0FA"/>
                          </a:solidFill>
                          <a:latin typeface="Arial"/>
                        </a:rPr>
                        <a:t>142</a:t>
                      </a:r>
                    </a:p>
                  </a:txBody>
                  <a:tcPr marL="54864" marR="27432" marT="9144" marB="9144" anchor="ctr">
                    <a:solidFill>
                      <a:srgbClr val="141D31"/>
                    </a:solidFill>
                  </a:tcPr>
                </a:tc>
                <a:tc>
                  <a:txBody>
                    <a:bodyPr/>
                    <a:lstStyle/>
                    <a:p>
                      <a:pPr algn="ctr"/>
                      <a:r>
                        <a:rPr sz="1400" b="1">
                          <a:solidFill>
                            <a:srgbClr val="EAF0FA"/>
                          </a:solidFill>
                          <a:latin typeface="Arial"/>
                        </a:rPr>
                        <a:t>142</a:t>
                      </a:r>
                    </a:p>
                  </a:txBody>
                  <a:tcPr marL="54864" marR="27432" marT="9144" marB="9144" anchor="ctr">
                    <a:solidFill>
                      <a:srgbClr val="141D31"/>
                    </a:solidFill>
                  </a:tcPr>
                </a:tc>
              </a:tr>
              <a:tr h="457200">
                <a:tc>
                  <a:txBody>
                    <a:bodyPr/>
                    <a:lstStyle/>
                    <a:p>
                      <a:pPr algn="l"/>
                      <a:r>
                        <a:rPr sz="1400">
                          <a:solidFill>
                            <a:srgbClr val="EAF0FA"/>
                          </a:solidFill>
                          <a:latin typeface="Arial"/>
                        </a:rPr>
                        <a:t>662bus</a:t>
                      </a:r>
                    </a:p>
                  </a:txBody>
                  <a:tcPr marL="54864" marR="27432" marT="9144" marB="9144" anchor="ctr">
                    <a:solidFill>
                      <a:srgbClr val="0F1727"/>
                    </a:solidFill>
                  </a:tcPr>
                </a:tc>
                <a:tc>
                  <a:txBody>
                    <a:bodyPr/>
                    <a:lstStyle/>
                    <a:p>
                      <a:pPr algn="ctr"/>
                      <a:r>
                        <a:rPr sz="1400">
                          <a:solidFill>
                            <a:srgbClr val="C6CFDF"/>
                          </a:solidFill>
                          <a:latin typeface="Arial"/>
                        </a:rPr>
                        <a:t>662</a:t>
                      </a:r>
                    </a:p>
                  </a:txBody>
                  <a:tcPr marL="54864" marR="27432" marT="9144" marB="9144" anchor="ctr">
                    <a:solidFill>
                      <a:srgbClr val="0F1727"/>
                    </a:solidFill>
                  </a:tcPr>
                </a:tc>
                <a:tc>
                  <a:txBody>
                    <a:bodyPr/>
                    <a:lstStyle/>
                    <a:p>
                      <a:pPr algn="ctr"/>
                      <a:r>
                        <a:rPr sz="1400">
                          <a:solidFill>
                            <a:srgbClr val="C6CFDF"/>
                          </a:solidFill>
                          <a:latin typeface="Arial"/>
                        </a:rPr>
                        <a:t>305</a:t>
                      </a:r>
                    </a:p>
                  </a:txBody>
                  <a:tcPr marL="54864" marR="27432" marT="9144" marB="9144" anchor="ctr">
                    <a:solidFill>
                      <a:srgbClr val="0F1727"/>
                    </a:solidFill>
                  </a:tcPr>
                </a:tc>
                <a:tc>
                  <a:txBody>
                    <a:bodyPr/>
                    <a:lstStyle/>
                    <a:p>
                      <a:pPr algn="ctr"/>
                      <a:r>
                        <a:rPr sz="1400" b="1">
                          <a:solidFill>
                            <a:srgbClr val="EAF0FA"/>
                          </a:solidFill>
                          <a:latin typeface="Arial"/>
                        </a:rPr>
                        <a:t>305</a:t>
                      </a:r>
                    </a:p>
                  </a:txBody>
                  <a:tcPr marL="54864" marR="27432" marT="9144" marB="9144" anchor="ctr">
                    <a:solidFill>
                      <a:srgbClr val="0F1727"/>
                    </a:solidFill>
                  </a:tcPr>
                </a:tc>
                <a:tc>
                  <a:txBody>
                    <a:bodyPr/>
                    <a:lstStyle/>
                    <a:p>
                      <a:pPr algn="ctr"/>
                      <a:r>
                        <a:rPr sz="1400" b="1">
                          <a:solidFill>
                            <a:srgbClr val="EAF0FA"/>
                          </a:solidFill>
                          <a:latin typeface="Arial"/>
                        </a:rPr>
                        <a:t>305</a:t>
                      </a:r>
                    </a:p>
                  </a:txBody>
                  <a:tcPr marL="54864" marR="27432" marT="9144" marB="9144" anchor="ctr">
                    <a:solidFill>
                      <a:srgbClr val="0F1727"/>
                    </a:solidFill>
                  </a:tcPr>
                </a:tc>
                <a:tc>
                  <a:txBody>
                    <a:bodyPr/>
                    <a:lstStyle/>
                    <a:p>
                      <a:pPr algn="ctr"/>
                      <a:r>
                        <a:rPr sz="1400">
                          <a:solidFill>
                            <a:srgbClr val="C6CFDF"/>
                          </a:solidFill>
                          <a:latin typeface="Arial"/>
                        </a:rPr>
                        <a:t>237</a:t>
                      </a:r>
                    </a:p>
                  </a:txBody>
                  <a:tcPr marL="54864" marR="27432" marT="9144" marB="9144" anchor="ctr">
                    <a:solidFill>
                      <a:srgbClr val="0F1727"/>
                    </a:solidFill>
                  </a:tcPr>
                </a:tc>
                <a:tc>
                  <a:txBody>
                    <a:bodyPr/>
                    <a:lstStyle/>
                    <a:p>
                      <a:pPr algn="ctr"/>
                      <a:r>
                        <a:rPr sz="1400">
                          <a:solidFill>
                            <a:srgbClr val="C6CFDF"/>
                          </a:solidFill>
                          <a:latin typeface="Arial"/>
                        </a:rPr>
                        <a:t>283</a:t>
                      </a:r>
                    </a:p>
                  </a:txBody>
                  <a:tcPr marL="54864" marR="27432" marT="9144" marB="9144" anchor="ctr">
                    <a:solidFill>
                      <a:srgbClr val="0F1727"/>
                    </a:solidFill>
                  </a:tcPr>
                </a:tc>
                <a:tc>
                  <a:txBody>
                    <a:bodyPr/>
                    <a:lstStyle/>
                    <a:p>
                      <a:pPr algn="ctr"/>
                      <a:r>
                        <a:rPr sz="1400">
                          <a:solidFill>
                            <a:srgbClr val="C6CFDF"/>
                          </a:solidFill>
                          <a:latin typeface="Arial"/>
                        </a:rPr>
                        <a:t>302</a:t>
                      </a:r>
                    </a:p>
                  </a:txBody>
                  <a:tcPr marL="54864" marR="27432" marT="9144" marB="9144" anchor="ctr">
                    <a:solidFill>
                      <a:srgbClr val="0F1727"/>
                    </a:solidFill>
                  </a:tcPr>
                </a:tc>
              </a:tr>
              <a:tr h="457200">
                <a:tc>
                  <a:txBody>
                    <a:bodyPr/>
                    <a:lstStyle/>
                    <a:p>
                      <a:pPr algn="l"/>
                      <a:r>
                        <a:rPr sz="1400">
                          <a:solidFill>
                            <a:srgbClr val="EAF0FA"/>
                          </a:solidFill>
                          <a:latin typeface="Arial"/>
                        </a:rPr>
                        <a:t>yeast</a:t>
                      </a:r>
                    </a:p>
                  </a:txBody>
                  <a:tcPr marL="54864" marR="27432" marT="9144" marB="9144" anchor="ctr">
                    <a:solidFill>
                      <a:srgbClr val="141D31"/>
                    </a:solidFill>
                  </a:tcPr>
                </a:tc>
                <a:tc>
                  <a:txBody>
                    <a:bodyPr/>
                    <a:lstStyle/>
                    <a:p>
                      <a:pPr algn="ctr"/>
                      <a:r>
                        <a:rPr sz="1400">
                          <a:solidFill>
                            <a:srgbClr val="C6CFDF"/>
                          </a:solidFill>
                          <a:latin typeface="Arial"/>
                        </a:rPr>
                        <a:t>2 361</a:t>
                      </a:r>
                    </a:p>
                  </a:txBody>
                  <a:tcPr marL="54864" marR="27432" marT="9144" marB="9144" anchor="ctr">
                    <a:solidFill>
                      <a:srgbClr val="141D31"/>
                    </a:solidFill>
                  </a:tcPr>
                </a:tc>
                <a:tc>
                  <a:txBody>
                    <a:bodyPr/>
                    <a:lstStyle/>
                    <a:p>
                      <a:pPr algn="ctr"/>
                      <a:r>
                        <a:rPr sz="1400">
                          <a:solidFill>
                            <a:srgbClr val="C6CFDF"/>
                          </a:solidFill>
                          <a:latin typeface="Arial"/>
                        </a:rPr>
                        <a:t>?</a:t>
                      </a:r>
                    </a:p>
                  </a:txBody>
                  <a:tcPr marL="54864" marR="27432" marT="9144" marB="9144" anchor="ctr">
                    <a:solidFill>
                      <a:srgbClr val="141D31"/>
                    </a:solidFill>
                  </a:tcPr>
                </a:tc>
                <a:tc>
                  <a:txBody>
                    <a:bodyPr/>
                    <a:lstStyle/>
                    <a:p>
                      <a:pPr algn="ctr"/>
                      <a:r>
                        <a:rPr sz="1400">
                          <a:solidFill>
                            <a:srgbClr val="C6CFDF"/>
                          </a:solidFill>
                          <a:latin typeface="Arial"/>
                        </a:rPr>
                        <a:t>142</a:t>
                      </a:r>
                    </a:p>
                  </a:txBody>
                  <a:tcPr marL="54864" marR="27432" marT="9144" marB="9144" anchor="ctr">
                    <a:solidFill>
                      <a:srgbClr val="141D31"/>
                    </a:solidFill>
                  </a:tcPr>
                </a:tc>
                <a:tc>
                  <a:txBody>
                    <a:bodyPr/>
                    <a:lstStyle/>
                    <a:p>
                      <a:pPr algn="ctr"/>
                      <a:r>
                        <a:rPr sz="1400">
                          <a:solidFill>
                            <a:srgbClr val="C6CFDF"/>
                          </a:solidFill>
                          <a:latin typeface="Arial"/>
                        </a:rPr>
                        <a:t>184</a:t>
                      </a:r>
                    </a:p>
                  </a:txBody>
                  <a:tcPr marL="54864" marR="27432" marT="9144" marB="9144" anchor="ctr">
                    <a:solidFill>
                      <a:srgbClr val="141D31"/>
                    </a:solidFill>
                  </a:tcPr>
                </a:tc>
                <a:tc>
                  <a:txBody>
                    <a:bodyPr/>
                    <a:lstStyle/>
                    <a:p>
                      <a:pPr algn="ctr"/>
                      <a:r>
                        <a:rPr sz="1400">
                          <a:solidFill>
                            <a:srgbClr val="C6CFDF"/>
                          </a:solidFill>
                          <a:latin typeface="Arial"/>
                        </a:rPr>
                        <a:t>204</a:t>
                      </a:r>
                    </a:p>
                  </a:txBody>
                  <a:tcPr marL="54864" marR="27432" marT="9144" marB="9144" anchor="ctr">
                    <a:solidFill>
                      <a:srgbClr val="141D31"/>
                    </a:solidFill>
                  </a:tcPr>
                </a:tc>
                <a:tc>
                  <a:txBody>
                    <a:bodyPr/>
                    <a:lstStyle/>
                    <a:p>
                      <a:pPr algn="ctr"/>
                      <a:r>
                        <a:rPr sz="1400">
                          <a:solidFill>
                            <a:srgbClr val="C6CFDF"/>
                          </a:solidFill>
                          <a:latin typeface="Arial"/>
                        </a:rPr>
                        <a:t>328</a:t>
                      </a:r>
                    </a:p>
                  </a:txBody>
                  <a:tcPr marL="54864" marR="27432" marT="9144" marB="9144" anchor="ctr">
                    <a:solidFill>
                      <a:srgbClr val="141D31"/>
                    </a:solidFill>
                  </a:tcPr>
                </a:tc>
                <a:tc>
                  <a:txBody>
                    <a:bodyPr/>
                    <a:lstStyle/>
                    <a:p>
                      <a:pPr algn="ctr"/>
                      <a:r>
                        <a:rPr sz="1400" b="1">
                          <a:solidFill>
                            <a:srgbClr val="EAF0FA"/>
                          </a:solidFill>
                          <a:latin typeface="Arial"/>
                        </a:rPr>
                        <a:t>395</a:t>
                      </a:r>
                    </a:p>
                  </a:txBody>
                  <a:tcPr marL="54864" marR="27432" marT="9144" marB="9144" anchor="ctr">
                    <a:solidFill>
                      <a:srgbClr val="17493B"/>
                    </a:solidFill>
                  </a:tcPr>
                </a:tc>
              </a:tr>
              <a:tr h="457200">
                <a:tc>
                  <a:txBody>
                    <a:bodyPr/>
                    <a:lstStyle/>
                    <a:p>
                      <a:pPr algn="l"/>
                      <a:r>
                        <a:rPr sz="1400">
                          <a:solidFill>
                            <a:srgbClr val="EAF0FA"/>
                          </a:solidFill>
                          <a:latin typeface="Arial"/>
                        </a:rPr>
                        <a:t>generated-hard-5000</a:t>
                      </a:r>
                    </a:p>
                  </a:txBody>
                  <a:tcPr marL="54864" marR="27432" marT="9144" marB="9144" anchor="ctr">
                    <a:solidFill>
                      <a:srgbClr val="0F1727"/>
                    </a:solidFill>
                  </a:tcPr>
                </a:tc>
                <a:tc>
                  <a:txBody>
                    <a:bodyPr/>
                    <a:lstStyle/>
                    <a:p>
                      <a:pPr algn="ctr"/>
                      <a:r>
                        <a:rPr sz="1400">
                          <a:solidFill>
                            <a:srgbClr val="C6CFDF"/>
                          </a:solidFill>
                          <a:latin typeface="Arial"/>
                        </a:rPr>
                        <a:t>5 000</a:t>
                      </a:r>
                    </a:p>
                  </a:txBody>
                  <a:tcPr marL="54864" marR="27432" marT="9144" marB="9144" anchor="ctr">
                    <a:solidFill>
                      <a:srgbClr val="0F1727"/>
                    </a:solidFill>
                  </a:tcPr>
                </a:tc>
                <a:tc>
                  <a:txBody>
                    <a:bodyPr/>
                    <a:lstStyle/>
                    <a:p>
                      <a:pPr algn="ctr"/>
                      <a:r>
                        <a:rPr sz="1400">
                          <a:solidFill>
                            <a:srgbClr val="C6CFDF"/>
                          </a:solidFill>
                          <a:latin typeface="Arial"/>
                        </a:rPr>
                        <a:t>≥ 1 600</a:t>
                      </a:r>
                    </a:p>
                  </a:txBody>
                  <a:tcPr marL="54864" marR="27432" marT="9144" marB="9144" anchor="ctr">
                    <a:solidFill>
                      <a:srgbClr val="0F1727"/>
                    </a:solidFill>
                  </a:tcPr>
                </a:tc>
                <a:tc>
                  <a:txBody>
                    <a:bodyPr/>
                    <a:lstStyle/>
                    <a:p>
                      <a:pPr algn="ctr"/>
                      <a:r>
                        <a:rPr sz="1400">
                          <a:solidFill>
                            <a:srgbClr val="C6CFDF"/>
                          </a:solidFill>
                          <a:latin typeface="Arial"/>
                        </a:rPr>
                        <a:t>51</a:t>
                      </a:r>
                    </a:p>
                  </a:txBody>
                  <a:tcPr marL="54864" marR="27432" marT="9144" marB="9144" anchor="ctr">
                    <a:solidFill>
                      <a:srgbClr val="0F1727"/>
                    </a:solidFill>
                  </a:tcPr>
                </a:tc>
                <a:tc>
                  <a:txBody>
                    <a:bodyPr/>
                    <a:lstStyle/>
                    <a:p>
                      <a:pPr algn="ctr"/>
                      <a:r>
                        <a:rPr sz="1400">
                          <a:solidFill>
                            <a:srgbClr val="C6CFDF"/>
                          </a:solidFill>
                          <a:latin typeface="Arial"/>
                        </a:rPr>
                        <a:t>51</a:t>
                      </a:r>
                    </a:p>
                  </a:txBody>
                  <a:tcPr marL="54864" marR="27432" marT="9144" marB="9144" anchor="ctr">
                    <a:solidFill>
                      <a:srgbClr val="0F1727"/>
                    </a:solidFill>
                  </a:tcPr>
                </a:tc>
                <a:tc>
                  <a:txBody>
                    <a:bodyPr/>
                    <a:lstStyle/>
                    <a:p>
                      <a:pPr algn="ctr"/>
                      <a:r>
                        <a:rPr sz="1400">
                          <a:solidFill>
                            <a:srgbClr val="C6CFDF"/>
                          </a:solidFill>
                          <a:latin typeface="Arial"/>
                        </a:rPr>
                        <a:t>313</a:t>
                      </a:r>
                    </a:p>
                  </a:txBody>
                  <a:tcPr marL="54864" marR="27432" marT="9144" marB="9144" anchor="ctr">
                    <a:solidFill>
                      <a:srgbClr val="0F1727"/>
                    </a:solidFill>
                  </a:tcPr>
                </a:tc>
                <a:tc>
                  <a:txBody>
                    <a:bodyPr/>
                    <a:lstStyle/>
                    <a:p>
                      <a:pPr algn="ctr"/>
                      <a:r>
                        <a:rPr sz="1400" b="1">
                          <a:solidFill>
                            <a:srgbClr val="EAF0FA"/>
                          </a:solidFill>
                          <a:latin typeface="Arial"/>
                        </a:rPr>
                        <a:t>395</a:t>
                      </a:r>
                    </a:p>
                  </a:txBody>
                  <a:tcPr marL="54864" marR="27432" marT="9144" marB="9144" anchor="ctr">
                    <a:solidFill>
                      <a:srgbClr val="332B63"/>
                    </a:solidFill>
                  </a:tcPr>
                </a:tc>
                <a:tc>
                  <a:txBody>
                    <a:bodyPr/>
                    <a:lstStyle/>
                    <a:p>
                      <a:pPr algn="ctr"/>
                      <a:r>
                        <a:rPr sz="1400">
                          <a:solidFill>
                            <a:srgbClr val="C6CFDF"/>
                          </a:solidFill>
                          <a:latin typeface="Arial"/>
                        </a:rPr>
                        <a:t>339</a:t>
                      </a:r>
                    </a:p>
                  </a:txBody>
                  <a:tcPr marL="54864" marR="27432" marT="9144" marB="9144" anchor="ctr">
                    <a:solidFill>
                      <a:srgbClr val="0F1727"/>
                    </a:solidFill>
                  </a:tcPr>
                </a:tc>
              </a:tr>
            </a:tbl>
          </a:graphicData>
        </a:graphic>
      </p:graphicFrame>
      <p:sp>
        <p:nvSpPr>
          <p:cNvPr id="5" name="TextBox 4"/>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Rezultate detaliate: min / medie / max și timpi</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18007" y="1188720"/>
          <a:ext cx="11155680" cy="4251960"/>
        </p:xfrm>
        <a:graphic>
          <a:graphicData uri="http://schemas.openxmlformats.org/drawingml/2006/table">
            <a:tbl>
              <a:tblPr firstRow="1" bandRow="1">
                <a:tableStyleId>{5C22544A-7EE6-4342-B048-85BDC9FD1C3A}</a:tableStyleId>
              </a:tblPr>
              <a:tblGrid>
                <a:gridCol w="1417320"/>
                <a:gridCol w="566928"/>
                <a:gridCol w="822960"/>
                <a:gridCol w="566928"/>
                <a:gridCol w="502920"/>
                <a:gridCol w="676656"/>
                <a:gridCol w="502920"/>
                <a:gridCol w="676656"/>
                <a:gridCol w="502920"/>
                <a:gridCol w="676656"/>
                <a:gridCol w="457200"/>
                <a:gridCol w="530352"/>
                <a:gridCol w="457200"/>
                <a:gridCol w="676656"/>
                <a:gridCol w="457200"/>
                <a:gridCol w="530352"/>
                <a:gridCol w="457200"/>
                <a:gridCol w="676656"/>
              </a:tblGrid>
              <a:tr h="292608">
                <a:tc rowSpan="2">
                  <a:txBody>
                    <a:bodyPr/>
                    <a:lstStyle/>
                    <a:p>
                      <a:pPr algn="l"/>
                      <a:r>
                        <a:rPr sz="1150" b="1">
                          <a:solidFill>
                            <a:srgbClr val="EAF0FA"/>
                          </a:solidFill>
                          <a:latin typeface="Arial"/>
                        </a:rPr>
                        <a:t>Instanță</a:t>
                      </a:r>
                    </a:p>
                  </a:txBody>
                  <a:tcPr marL="27432" marR="27432" marT="9144" marB="9144" anchor="ctr">
                    <a:lnL w="9525" cap="flat" cmpd="sng" algn="ctr">
                      <a:solidFill>
                        <a:srgbClr val="FFFFFF"/>
                      </a:solidFill>
                    </a:lnL>
                    <a:lnT w="9525" cap="flat" cmpd="sng" algn="ctr">
                      <a:solidFill>
                        <a:srgbClr val="FFFFFF"/>
                      </a:solidFill>
                    </a:lnT>
                    <a:lnB w="9525" cap="flat" cmpd="sng" algn="ctr">
                      <a:solidFill>
                        <a:srgbClr val="FFFFFF"/>
                      </a:solidFill>
                    </a:lnB>
                    <a:solidFill>
                      <a:srgbClr val="24304E"/>
                    </a:solidFill>
                  </a:tcPr>
                </a:tc>
                <a:tc rowSpan="2">
                  <a:txBody>
                    <a:bodyPr/>
                    <a:lstStyle/>
                    <a:p>
                      <a:pPr algn="ctr"/>
                      <a:r>
                        <a:rPr sz="1150" b="1">
                          <a:solidFill>
                            <a:srgbClr val="EAF0FA"/>
                          </a:solidFill>
                          <a:latin typeface="Arial"/>
                        </a:rPr>
                        <a:t>|V|</a:t>
                      </a:r>
                    </a:p>
                  </a:txBody>
                  <a:tcPr marL="27432" marR="27432" marT="9144" marB="9144" anchor="ctr">
                    <a:lnT w="9525" cap="flat" cmpd="sng" algn="ctr">
                      <a:solidFill>
                        <a:srgbClr val="FFFFFF"/>
                      </a:solidFill>
                    </a:lnT>
                    <a:lnB w="9525" cap="flat" cmpd="sng" algn="ctr">
                      <a:solidFill>
                        <a:srgbClr val="FFFFFF"/>
                      </a:solidFill>
                    </a:lnB>
                    <a:solidFill>
                      <a:srgbClr val="24304E"/>
                    </a:solidFill>
                  </a:tcPr>
                </a:tc>
                <a:tc rowSpan="2">
                  <a:txBody>
                    <a:bodyPr/>
                    <a:lstStyle/>
                    <a:p>
                      <a:pPr algn="ctr"/>
                      <a:r>
                        <a:rPr sz="1150" b="1">
                          <a:solidFill>
                            <a:srgbClr val="EAF0FA"/>
                          </a:solidFill>
                          <a:latin typeface="Arial"/>
                        </a:rPr>
                        <a:t>|E|</a:t>
                      </a:r>
                    </a:p>
                  </a:txBody>
                  <a:tcPr marL="27432" marR="27432" marT="9144" marB="9144" anchor="ctr">
                    <a:lnT w="9525" cap="flat" cmpd="sng" algn="ctr">
                      <a:solidFill>
                        <a:srgbClr val="FFFFFF"/>
                      </a:solidFill>
                    </a:lnT>
                    <a:lnB w="9525" cap="flat" cmpd="sng" algn="ctr">
                      <a:solidFill>
                        <a:srgbClr val="FFFFFF"/>
                      </a:solidFill>
                    </a:lnB>
                    <a:solidFill>
                      <a:srgbClr val="24304E"/>
                    </a:solidFill>
                  </a:tcPr>
                </a:tc>
                <a:tc rowSpan="2">
                  <a:txBody>
                    <a:bodyPr/>
                    <a:lstStyle/>
                    <a:p>
                      <a:pPr algn="ctr"/>
                      <a:r>
                        <a:rPr sz="1150" b="1">
                          <a:solidFill>
                            <a:srgbClr val="EAF0FA"/>
                          </a:solidFill>
                          <a:latin typeface="Arial"/>
                        </a:rPr>
                        <a:t>OPT</a:t>
                      </a:r>
                    </a:p>
                  </a:txBody>
                  <a:tcPr marL="27432" marR="27432" marT="9144" marB="9144" anchor="ctr">
                    <a:lnT w="9525" cap="flat" cmpd="sng" algn="ctr">
                      <a:solidFill>
                        <a:srgbClr val="FFFFFF"/>
                      </a:solidFill>
                    </a:lnT>
                    <a:lnB w="9525" cap="flat" cmpd="sng" algn="ctr">
                      <a:solidFill>
                        <a:srgbClr val="FFFFFF"/>
                      </a:solidFill>
                    </a:lnB>
                    <a:solidFill>
                      <a:srgbClr val="24304E"/>
                    </a:solidFill>
                  </a:tcPr>
                </a:tc>
                <a:tc gridSpan="2">
                  <a:txBody>
                    <a:bodyPr/>
                    <a:lstStyle/>
                    <a:p>
                      <a:pPr algn="ctr"/>
                      <a:r>
                        <a:rPr sz="1150" b="1">
                          <a:solidFill>
                            <a:srgbClr val="EAF0FA"/>
                          </a:solidFill>
                          <a:latin typeface="Arial"/>
                        </a:rPr>
                        <a:t>CEC</a:t>
                      </a:r>
                    </a:p>
                  </a:txBody>
                  <a:tcPr marL="27432" marR="27432" marT="9144" marB="9144" anchor="ctr">
                    <a:lnL w="22225" cap="flat" cmpd="sng" algn="ctr">
                      <a:solidFill>
                        <a:srgbClr val="FFFFFF"/>
                      </a:solidFill>
                    </a:lnL>
                    <a:lnT w="9525" cap="flat" cmpd="sng" algn="ctr">
                      <a:solidFill>
                        <a:srgbClr val="FFFFFF"/>
                      </a:solidFill>
                    </a:lnT>
                    <a:lnB w="9525" cap="flat" cmpd="sng" algn="ctr">
                      <a:solidFill>
                        <a:srgbClr val="FFFFFF"/>
                      </a:solidFill>
                    </a:lnB>
                    <a:solidFill>
                      <a:srgbClr val="24304E"/>
                    </a:solidFill>
                  </a:tcPr>
                </a:tc>
                <a:tc hMerge="1">
                  <a:txBody>
                    <a:bodyPr/>
                    <a:lstStyle/>
                    <a:p/>
                  </a:txBody>
                  <a:tcPr>
                    <a:lnT w="9525" cap="flat" cmpd="sng" algn="ctr">
                      <a:solidFill>
                        <a:srgbClr val="FFFFFF"/>
                      </a:solidFill>
                    </a:lnT>
                    <a:lnB w="9525" cap="flat" cmpd="sng" algn="ctr">
                      <a:solidFill>
                        <a:srgbClr val="FFFFFF"/>
                      </a:solidFill>
                    </a:lnB>
                    <a:solidFill>
                      <a:srgbClr val="24304E"/>
                    </a:solidFill>
                  </a:tcPr>
                </a:tc>
                <a:tc gridSpan="2">
                  <a:txBody>
                    <a:bodyPr/>
                    <a:lstStyle/>
                    <a:p>
                      <a:pPr algn="ctr"/>
                      <a:r>
                        <a:rPr sz="1150" b="1">
                          <a:solidFill>
                            <a:srgbClr val="EAF0FA"/>
                          </a:solidFill>
                          <a:latin typeface="Arial"/>
                        </a:rPr>
                        <a:t>CUT</a:t>
                      </a:r>
                    </a:p>
                  </a:txBody>
                  <a:tcPr marL="27432" marR="27432" marT="9144" marB="9144" anchor="ctr">
                    <a:lnL w="22225" cap="flat" cmpd="sng" algn="ctr">
                      <a:solidFill>
                        <a:srgbClr val="FFFFFF"/>
                      </a:solidFill>
                    </a:lnL>
                    <a:lnT w="9525" cap="flat" cmpd="sng" algn="ctr">
                      <a:solidFill>
                        <a:srgbClr val="FFFFFF"/>
                      </a:solidFill>
                    </a:lnT>
                    <a:lnB w="9525" cap="flat" cmpd="sng" algn="ctr">
                      <a:solidFill>
                        <a:srgbClr val="FFFFFF"/>
                      </a:solidFill>
                    </a:lnB>
                    <a:solidFill>
                      <a:srgbClr val="24304E"/>
                    </a:solidFill>
                  </a:tcPr>
                </a:tc>
                <a:tc hMerge="1">
                  <a:txBody>
                    <a:bodyPr/>
                    <a:lstStyle/>
                    <a:p/>
                  </a:txBody>
                  <a:tcPr>
                    <a:lnT w="9525" cap="flat" cmpd="sng" algn="ctr">
                      <a:solidFill>
                        <a:srgbClr val="FFFFFF"/>
                      </a:solidFill>
                    </a:lnT>
                    <a:lnB w="9525" cap="flat" cmpd="sng" algn="ctr">
                      <a:solidFill>
                        <a:srgbClr val="FFFFFF"/>
                      </a:solidFill>
                    </a:lnB>
                    <a:solidFill>
                      <a:srgbClr val="24304E"/>
                    </a:solidFill>
                  </a:tcPr>
                </a:tc>
                <a:tc gridSpan="2">
                  <a:txBody>
                    <a:bodyPr/>
                    <a:lstStyle/>
                    <a:p>
                      <a:pPr algn="ctr"/>
                      <a:r>
                        <a:rPr sz="1150" b="1">
                          <a:solidFill>
                            <a:srgbClr val="EAF0FA"/>
                          </a:solidFill>
                          <a:latin typeface="Arial"/>
                        </a:rPr>
                        <a:t>HLIPP</a:t>
                      </a:r>
                    </a:p>
                  </a:txBody>
                  <a:tcPr marL="27432" marR="27432" marT="9144" marB="9144" anchor="ctr">
                    <a:lnL w="22225" cap="flat" cmpd="sng" algn="ctr">
                      <a:solidFill>
                        <a:srgbClr val="FFFFFF"/>
                      </a:solidFill>
                    </a:lnL>
                    <a:lnT w="9525" cap="flat" cmpd="sng" algn="ctr">
                      <a:solidFill>
                        <a:srgbClr val="FFFFFF"/>
                      </a:solidFill>
                    </a:lnT>
                    <a:lnB w="9525" cap="flat" cmpd="sng" algn="ctr">
                      <a:solidFill>
                        <a:srgbClr val="FFFFFF"/>
                      </a:solidFill>
                    </a:lnB>
                    <a:solidFill>
                      <a:srgbClr val="24304E"/>
                    </a:solidFill>
                  </a:tcPr>
                </a:tc>
                <a:tc hMerge="1">
                  <a:txBody>
                    <a:bodyPr/>
                    <a:lstStyle/>
                    <a:p/>
                  </a:txBody>
                  <a:tcPr>
                    <a:lnT w="9525" cap="flat" cmpd="sng" algn="ctr">
                      <a:solidFill>
                        <a:srgbClr val="FFFFFF"/>
                      </a:solidFill>
                    </a:lnT>
                    <a:lnB w="9525" cap="flat" cmpd="sng" algn="ctr">
                      <a:solidFill>
                        <a:srgbClr val="FFFFFF"/>
                      </a:solidFill>
                    </a:lnB>
                    <a:solidFill>
                      <a:srgbClr val="24304E"/>
                    </a:solidFill>
                  </a:tcPr>
                </a:tc>
                <a:tc gridSpan="4">
                  <a:txBody>
                    <a:bodyPr/>
                    <a:lstStyle/>
                    <a:p>
                      <a:pPr algn="ctr"/>
                      <a:r>
                        <a:rPr sz="1150" b="1">
                          <a:solidFill>
                            <a:srgbClr val="EAF0FA"/>
                          </a:solidFill>
                          <a:latin typeface="Arial"/>
                        </a:rPr>
                        <a:t>GA (propus)</a:t>
                      </a:r>
                    </a:p>
                  </a:txBody>
                  <a:tcPr marL="27432" marR="27432" marT="9144" marB="9144" anchor="ctr">
                    <a:lnL w="22225" cap="flat" cmpd="sng" algn="ctr">
                      <a:solidFill>
                        <a:srgbClr val="FFFFFF"/>
                      </a:solidFill>
                    </a:lnL>
                    <a:lnT w="9525" cap="flat" cmpd="sng" algn="ctr">
                      <a:solidFill>
                        <a:srgbClr val="FFFFFF"/>
                      </a:solidFill>
                    </a:lnT>
                    <a:lnB w="9525" cap="flat" cmpd="sng" algn="ctr">
                      <a:solidFill>
                        <a:srgbClr val="FFFFFF"/>
                      </a:solidFill>
                    </a:lnB>
                    <a:solidFill>
                      <a:srgbClr val="24304E"/>
                    </a:solidFill>
                  </a:tcPr>
                </a:tc>
                <a:tc hMerge="1">
                  <a:txBody>
                    <a:bodyPr/>
                    <a:lstStyle/>
                    <a:p/>
                  </a:txBody>
                  <a:tcPr>
                    <a:lnT w="9525" cap="flat" cmpd="sng" algn="ctr">
                      <a:solidFill>
                        <a:srgbClr val="FFFFFF"/>
                      </a:solidFill>
                    </a:lnT>
                    <a:lnB w="9525" cap="flat" cmpd="sng" algn="ctr">
                      <a:solidFill>
                        <a:srgbClr val="FFFFFF"/>
                      </a:solidFill>
                    </a:lnB>
                    <a:solidFill>
                      <a:srgbClr val="24304E"/>
                    </a:solidFill>
                  </a:tcPr>
                </a:tc>
                <a:tc hMerge="1">
                  <a:txBody>
                    <a:bodyPr/>
                    <a:lstStyle/>
                    <a:p/>
                  </a:txBody>
                  <a:tcPr>
                    <a:lnT w="9525" cap="flat" cmpd="sng" algn="ctr">
                      <a:solidFill>
                        <a:srgbClr val="FFFFFF"/>
                      </a:solidFill>
                    </a:lnT>
                    <a:lnB w="9525" cap="flat" cmpd="sng" algn="ctr">
                      <a:solidFill>
                        <a:srgbClr val="FFFFFF"/>
                      </a:solidFill>
                    </a:lnB>
                    <a:solidFill>
                      <a:srgbClr val="24304E"/>
                    </a:solidFill>
                  </a:tcPr>
                </a:tc>
                <a:tc hMerge="1">
                  <a:txBody>
                    <a:bodyPr/>
                    <a:lstStyle/>
                    <a:p/>
                  </a:txBody>
                  <a:tcPr>
                    <a:lnT w="9525" cap="flat" cmpd="sng" algn="ctr">
                      <a:solidFill>
                        <a:srgbClr val="FFFFFF"/>
                      </a:solidFill>
                    </a:lnT>
                    <a:lnB w="9525" cap="flat" cmpd="sng" algn="ctr">
                      <a:solidFill>
                        <a:srgbClr val="FFFFFF"/>
                      </a:solidFill>
                    </a:lnB>
                    <a:solidFill>
                      <a:srgbClr val="24304E"/>
                    </a:solidFill>
                  </a:tcPr>
                </a:tc>
                <a:tc gridSpan="4">
                  <a:txBody>
                    <a:bodyPr/>
                    <a:lstStyle/>
                    <a:p>
                      <a:pPr algn="ctr"/>
                      <a:r>
                        <a:rPr sz="1150" b="1">
                          <a:solidFill>
                            <a:srgbClr val="EAF0FA"/>
                          </a:solidFill>
                          <a:latin typeface="Arial"/>
                        </a:rPr>
                        <a:t>ACO (propus)</a:t>
                      </a:r>
                    </a:p>
                  </a:txBody>
                  <a:tcPr marL="27432" marR="27432" marT="9144" marB="9144" anchor="ctr">
                    <a:lnL w="22225" cap="flat" cmpd="sng" algn="ctr">
                      <a:solidFill>
                        <a:srgbClr val="FFFFFF"/>
                      </a:solidFill>
                    </a:lnL>
                    <a:lnT w="9525" cap="flat" cmpd="sng" algn="ctr">
                      <a:solidFill>
                        <a:srgbClr val="FFFFFF"/>
                      </a:solidFill>
                    </a:lnT>
                    <a:lnB w="9525" cap="flat" cmpd="sng" algn="ctr">
                      <a:solidFill>
                        <a:srgbClr val="FFFFFF"/>
                      </a:solidFill>
                    </a:lnB>
                    <a:solidFill>
                      <a:srgbClr val="24304E"/>
                    </a:solidFill>
                  </a:tcPr>
                </a:tc>
                <a:tc hMerge="1">
                  <a:txBody>
                    <a:bodyPr/>
                    <a:lstStyle/>
                    <a:p/>
                  </a:txBody>
                  <a:tcPr>
                    <a:lnT w="9525" cap="flat" cmpd="sng" algn="ctr">
                      <a:solidFill>
                        <a:srgbClr val="FFFFFF"/>
                      </a:solidFill>
                    </a:lnT>
                    <a:lnB w="9525" cap="flat" cmpd="sng" algn="ctr">
                      <a:solidFill>
                        <a:srgbClr val="FFFFFF"/>
                      </a:solidFill>
                    </a:lnB>
                    <a:solidFill>
                      <a:srgbClr val="24304E"/>
                    </a:solidFill>
                  </a:tcPr>
                </a:tc>
                <a:tc hMerge="1">
                  <a:txBody>
                    <a:bodyPr/>
                    <a:lstStyle/>
                    <a:p/>
                  </a:txBody>
                  <a:tcPr>
                    <a:lnT w="9525" cap="flat" cmpd="sng" algn="ctr">
                      <a:solidFill>
                        <a:srgbClr val="FFFFFF"/>
                      </a:solidFill>
                    </a:lnT>
                    <a:lnB w="9525" cap="flat" cmpd="sng" algn="ctr">
                      <a:solidFill>
                        <a:srgbClr val="FFFFFF"/>
                      </a:solidFill>
                    </a:lnB>
                    <a:solidFill>
                      <a:srgbClr val="24304E"/>
                    </a:solidFill>
                  </a:tcPr>
                </a:tc>
                <a:tc hMerge="1">
                  <a:txBody>
                    <a:bodyPr/>
                    <a:lstStyle/>
                    <a:p/>
                  </a:txBody>
                  <a:tcPr>
                    <a:lnR w="9525" cap="flat" cmpd="sng" algn="ctr">
                      <a:solidFill>
                        <a:srgbClr val="FFFFFF"/>
                      </a:solidFill>
                    </a:lnR>
                    <a:lnT w="9525" cap="flat" cmpd="sng" algn="ctr">
                      <a:solidFill>
                        <a:srgbClr val="FFFFFF"/>
                      </a:solidFill>
                    </a:lnT>
                    <a:lnB w="9525" cap="flat" cmpd="sng" algn="ctr">
                      <a:solidFill>
                        <a:srgbClr val="FFFFFF"/>
                      </a:solidFill>
                    </a:lnB>
                    <a:solidFill>
                      <a:srgbClr val="24304E"/>
                    </a:solidFill>
                  </a:tcPr>
                </a:tc>
              </a:tr>
              <a:tr h="256032">
                <a:tc vMerge="1">
                  <a:txBody>
                    <a:bodyPr/>
                    <a:lstStyle/>
                    <a:p/>
                  </a:txBody>
                  <a:tcPr>
                    <a:lnL w="9525" cap="flat" cmpd="sng" algn="ctr">
                      <a:solidFill>
                        <a:srgbClr val="FFFFFF"/>
                      </a:solidFill>
                    </a:lnL>
                    <a:lnB w="9525" cap="flat" cmpd="sng" algn="ctr">
                      <a:solidFill>
                        <a:srgbClr val="FFFFFF"/>
                      </a:solidFill>
                    </a:lnB>
                    <a:solidFill>
                      <a:srgbClr val="24304E"/>
                    </a:solidFill>
                  </a:tcPr>
                </a:tc>
                <a:tc vMerge="1">
                  <a:txBody>
                    <a:bodyPr/>
                    <a:lstStyle/>
                    <a:p/>
                  </a:txBody>
                  <a:tcPr>
                    <a:lnB w="9525" cap="flat" cmpd="sng" algn="ctr">
                      <a:solidFill>
                        <a:srgbClr val="FFFFFF"/>
                      </a:solidFill>
                    </a:lnB>
                    <a:solidFill>
                      <a:srgbClr val="24304E"/>
                    </a:solidFill>
                  </a:tcPr>
                </a:tc>
                <a:tc vMerge="1">
                  <a:txBody>
                    <a:bodyPr/>
                    <a:lstStyle/>
                    <a:p/>
                  </a:txBody>
                  <a:tcPr>
                    <a:lnB w="9525" cap="flat" cmpd="sng" algn="ctr">
                      <a:solidFill>
                        <a:srgbClr val="FFFFFF"/>
                      </a:solidFill>
                    </a:lnB>
                    <a:solidFill>
                      <a:srgbClr val="24304E"/>
                    </a:solidFill>
                  </a:tcPr>
                </a:tc>
                <a:tc vMerge="1">
                  <a:txBody>
                    <a:bodyPr/>
                    <a:lstStyle/>
                    <a:p/>
                  </a:txBody>
                  <a:tcPr>
                    <a:lnB w="9525" cap="flat" cmpd="sng" algn="ctr">
                      <a:solidFill>
                        <a:srgbClr val="FFFFFF"/>
                      </a:solidFill>
                    </a:lnB>
                    <a:solidFill>
                      <a:srgbClr val="24304E"/>
                    </a:solidFill>
                  </a:tcPr>
                </a:tc>
                <a:tc>
                  <a:txBody>
                    <a:bodyPr/>
                    <a:lstStyle/>
                    <a:p>
                      <a:pPr algn="ctr"/>
                      <a:r>
                        <a:rPr sz="1000" b="0">
                          <a:solidFill>
                            <a:srgbClr val="97A2B8"/>
                          </a:solidFill>
                          <a:latin typeface="Arial"/>
                        </a:rPr>
                        <a:t>drum</a:t>
                      </a:r>
                    </a:p>
                  </a:txBody>
                  <a:tcPr marL="27432" marR="27432" marT="9144" marB="9144" anchor="ctr">
                    <a:lnL w="22225" cap="flat" cmpd="sng" algn="ctr">
                      <a:solidFill>
                        <a:srgbClr val="FFFFFF"/>
                      </a:solidFill>
                    </a:lnL>
                    <a:lnB w="9525" cap="flat" cmpd="sng" algn="ctr">
                      <a:solidFill>
                        <a:srgbClr val="FFFFFF"/>
                      </a:solidFill>
                    </a:lnB>
                    <a:solidFill>
                      <a:srgbClr val="24304E"/>
                    </a:solidFill>
                  </a:tcPr>
                </a:tc>
                <a:tc>
                  <a:txBody>
                    <a:bodyPr/>
                    <a:lstStyle/>
                    <a:p>
                      <a:pPr algn="ctr"/>
                      <a:r>
                        <a:rPr sz="1000" b="0">
                          <a:solidFill>
                            <a:srgbClr val="97A2B8"/>
                          </a:solidFill>
                          <a:latin typeface="Arial"/>
                        </a:rPr>
                        <a:t>timp</a:t>
                      </a:r>
                    </a:p>
                  </a:txBody>
                  <a:tcPr marL="27432" marR="27432" marT="9144" marB="9144" anchor="ctr">
                    <a:lnB w="9525" cap="flat" cmpd="sng" algn="ctr">
                      <a:solidFill>
                        <a:srgbClr val="FFFFFF"/>
                      </a:solidFill>
                    </a:lnB>
                    <a:solidFill>
                      <a:srgbClr val="24304E"/>
                    </a:solidFill>
                  </a:tcPr>
                </a:tc>
                <a:tc>
                  <a:txBody>
                    <a:bodyPr/>
                    <a:lstStyle/>
                    <a:p>
                      <a:pPr algn="ctr"/>
                      <a:r>
                        <a:rPr sz="1000" b="0">
                          <a:solidFill>
                            <a:srgbClr val="97A2B8"/>
                          </a:solidFill>
                          <a:latin typeface="Arial"/>
                        </a:rPr>
                        <a:t>drum</a:t>
                      </a:r>
                    </a:p>
                  </a:txBody>
                  <a:tcPr marL="27432" marR="27432" marT="9144" marB="9144" anchor="ctr">
                    <a:lnL w="22225" cap="flat" cmpd="sng" algn="ctr">
                      <a:solidFill>
                        <a:srgbClr val="FFFFFF"/>
                      </a:solidFill>
                    </a:lnL>
                    <a:lnB w="9525" cap="flat" cmpd="sng" algn="ctr">
                      <a:solidFill>
                        <a:srgbClr val="FFFFFF"/>
                      </a:solidFill>
                    </a:lnB>
                    <a:solidFill>
                      <a:srgbClr val="24304E"/>
                    </a:solidFill>
                  </a:tcPr>
                </a:tc>
                <a:tc>
                  <a:txBody>
                    <a:bodyPr/>
                    <a:lstStyle/>
                    <a:p>
                      <a:pPr algn="ctr"/>
                      <a:r>
                        <a:rPr sz="1000" b="0">
                          <a:solidFill>
                            <a:srgbClr val="97A2B8"/>
                          </a:solidFill>
                          <a:latin typeface="Arial"/>
                        </a:rPr>
                        <a:t>timp</a:t>
                      </a:r>
                    </a:p>
                  </a:txBody>
                  <a:tcPr marL="27432" marR="27432" marT="9144" marB="9144" anchor="ctr">
                    <a:lnB w="9525" cap="flat" cmpd="sng" algn="ctr">
                      <a:solidFill>
                        <a:srgbClr val="FFFFFF"/>
                      </a:solidFill>
                    </a:lnB>
                    <a:solidFill>
                      <a:srgbClr val="24304E"/>
                    </a:solidFill>
                  </a:tcPr>
                </a:tc>
                <a:tc>
                  <a:txBody>
                    <a:bodyPr/>
                    <a:lstStyle/>
                    <a:p>
                      <a:pPr algn="ctr"/>
                      <a:r>
                        <a:rPr sz="1000" b="0">
                          <a:solidFill>
                            <a:srgbClr val="97A2B8"/>
                          </a:solidFill>
                          <a:latin typeface="Arial"/>
                        </a:rPr>
                        <a:t>drum</a:t>
                      </a:r>
                    </a:p>
                  </a:txBody>
                  <a:tcPr marL="27432" marR="27432" marT="9144" marB="9144" anchor="ctr">
                    <a:lnL w="22225" cap="flat" cmpd="sng" algn="ctr">
                      <a:solidFill>
                        <a:srgbClr val="FFFFFF"/>
                      </a:solidFill>
                    </a:lnL>
                    <a:lnB w="9525" cap="flat" cmpd="sng" algn="ctr">
                      <a:solidFill>
                        <a:srgbClr val="FFFFFF"/>
                      </a:solidFill>
                    </a:lnB>
                    <a:solidFill>
                      <a:srgbClr val="24304E"/>
                    </a:solidFill>
                  </a:tcPr>
                </a:tc>
                <a:tc>
                  <a:txBody>
                    <a:bodyPr/>
                    <a:lstStyle/>
                    <a:p>
                      <a:pPr algn="ctr"/>
                      <a:r>
                        <a:rPr sz="1000" b="0">
                          <a:solidFill>
                            <a:srgbClr val="97A2B8"/>
                          </a:solidFill>
                          <a:latin typeface="Arial"/>
                        </a:rPr>
                        <a:t>timp</a:t>
                      </a:r>
                    </a:p>
                  </a:txBody>
                  <a:tcPr marL="27432" marR="27432" marT="9144" marB="9144" anchor="ctr">
                    <a:lnB w="9525" cap="flat" cmpd="sng" algn="ctr">
                      <a:solidFill>
                        <a:srgbClr val="FFFFFF"/>
                      </a:solidFill>
                    </a:lnB>
                    <a:solidFill>
                      <a:srgbClr val="24304E"/>
                    </a:solidFill>
                  </a:tcPr>
                </a:tc>
                <a:tc>
                  <a:txBody>
                    <a:bodyPr/>
                    <a:lstStyle/>
                    <a:p>
                      <a:pPr algn="ctr"/>
                      <a:r>
                        <a:rPr sz="1000" b="0">
                          <a:solidFill>
                            <a:srgbClr val="97A2B8"/>
                          </a:solidFill>
                          <a:latin typeface="Arial"/>
                        </a:rPr>
                        <a:t>min</a:t>
                      </a:r>
                    </a:p>
                  </a:txBody>
                  <a:tcPr marL="27432" marR="27432" marT="9144" marB="9144" anchor="ctr">
                    <a:lnL w="22225" cap="flat" cmpd="sng" algn="ctr">
                      <a:solidFill>
                        <a:srgbClr val="FFFFFF"/>
                      </a:solidFill>
                    </a:lnL>
                    <a:lnB w="9525" cap="flat" cmpd="sng" algn="ctr">
                      <a:solidFill>
                        <a:srgbClr val="FFFFFF"/>
                      </a:solidFill>
                    </a:lnB>
                    <a:solidFill>
                      <a:srgbClr val="24304E"/>
                    </a:solidFill>
                  </a:tcPr>
                </a:tc>
                <a:tc>
                  <a:txBody>
                    <a:bodyPr/>
                    <a:lstStyle/>
                    <a:p>
                      <a:pPr algn="ctr"/>
                      <a:r>
                        <a:rPr sz="1000" b="0">
                          <a:solidFill>
                            <a:srgbClr val="97A2B8"/>
                          </a:solidFill>
                          <a:latin typeface="Arial"/>
                        </a:rPr>
                        <a:t>med</a:t>
                      </a:r>
                    </a:p>
                  </a:txBody>
                  <a:tcPr marL="27432" marR="27432" marT="9144" marB="9144" anchor="ctr">
                    <a:lnB w="9525" cap="flat" cmpd="sng" algn="ctr">
                      <a:solidFill>
                        <a:srgbClr val="FFFFFF"/>
                      </a:solidFill>
                    </a:lnB>
                    <a:solidFill>
                      <a:srgbClr val="24304E"/>
                    </a:solidFill>
                  </a:tcPr>
                </a:tc>
                <a:tc>
                  <a:txBody>
                    <a:bodyPr/>
                    <a:lstStyle/>
                    <a:p>
                      <a:pPr algn="ctr"/>
                      <a:r>
                        <a:rPr sz="1000" b="0">
                          <a:solidFill>
                            <a:srgbClr val="97A2B8"/>
                          </a:solidFill>
                          <a:latin typeface="Arial"/>
                        </a:rPr>
                        <a:t>max</a:t>
                      </a:r>
                    </a:p>
                  </a:txBody>
                  <a:tcPr marL="27432" marR="27432" marT="9144" marB="9144" anchor="ctr">
                    <a:lnB w="9525" cap="flat" cmpd="sng" algn="ctr">
                      <a:solidFill>
                        <a:srgbClr val="FFFFFF"/>
                      </a:solidFill>
                    </a:lnB>
                    <a:solidFill>
                      <a:srgbClr val="24304E"/>
                    </a:solidFill>
                  </a:tcPr>
                </a:tc>
                <a:tc>
                  <a:txBody>
                    <a:bodyPr/>
                    <a:lstStyle/>
                    <a:p>
                      <a:pPr algn="ctr"/>
                      <a:r>
                        <a:rPr sz="1000" b="0">
                          <a:solidFill>
                            <a:srgbClr val="97A2B8"/>
                          </a:solidFill>
                          <a:latin typeface="Arial"/>
                        </a:rPr>
                        <a:t>timp</a:t>
                      </a:r>
                    </a:p>
                  </a:txBody>
                  <a:tcPr marL="27432" marR="27432" marT="9144" marB="9144" anchor="ctr">
                    <a:lnB w="9525" cap="flat" cmpd="sng" algn="ctr">
                      <a:solidFill>
                        <a:srgbClr val="FFFFFF"/>
                      </a:solidFill>
                    </a:lnB>
                    <a:solidFill>
                      <a:srgbClr val="24304E"/>
                    </a:solidFill>
                  </a:tcPr>
                </a:tc>
                <a:tc>
                  <a:txBody>
                    <a:bodyPr/>
                    <a:lstStyle/>
                    <a:p>
                      <a:pPr algn="ctr"/>
                      <a:r>
                        <a:rPr sz="1000" b="0">
                          <a:solidFill>
                            <a:srgbClr val="97A2B8"/>
                          </a:solidFill>
                          <a:latin typeface="Arial"/>
                        </a:rPr>
                        <a:t>min</a:t>
                      </a:r>
                    </a:p>
                  </a:txBody>
                  <a:tcPr marL="27432" marR="27432" marT="9144" marB="9144" anchor="ctr">
                    <a:lnL w="22225" cap="flat" cmpd="sng" algn="ctr">
                      <a:solidFill>
                        <a:srgbClr val="FFFFFF"/>
                      </a:solidFill>
                    </a:lnL>
                    <a:lnB w="9525" cap="flat" cmpd="sng" algn="ctr">
                      <a:solidFill>
                        <a:srgbClr val="FFFFFF"/>
                      </a:solidFill>
                    </a:lnB>
                    <a:solidFill>
                      <a:srgbClr val="24304E"/>
                    </a:solidFill>
                  </a:tcPr>
                </a:tc>
                <a:tc>
                  <a:txBody>
                    <a:bodyPr/>
                    <a:lstStyle/>
                    <a:p>
                      <a:pPr algn="ctr"/>
                      <a:r>
                        <a:rPr sz="1000" b="0">
                          <a:solidFill>
                            <a:srgbClr val="97A2B8"/>
                          </a:solidFill>
                          <a:latin typeface="Arial"/>
                        </a:rPr>
                        <a:t>med</a:t>
                      </a:r>
                    </a:p>
                  </a:txBody>
                  <a:tcPr marL="27432" marR="27432" marT="9144" marB="9144" anchor="ctr">
                    <a:lnB w="9525" cap="flat" cmpd="sng" algn="ctr">
                      <a:solidFill>
                        <a:srgbClr val="FFFFFF"/>
                      </a:solidFill>
                    </a:lnB>
                    <a:solidFill>
                      <a:srgbClr val="24304E"/>
                    </a:solidFill>
                  </a:tcPr>
                </a:tc>
                <a:tc>
                  <a:txBody>
                    <a:bodyPr/>
                    <a:lstStyle/>
                    <a:p>
                      <a:pPr algn="ctr"/>
                      <a:r>
                        <a:rPr sz="1000" b="0">
                          <a:solidFill>
                            <a:srgbClr val="97A2B8"/>
                          </a:solidFill>
                          <a:latin typeface="Arial"/>
                        </a:rPr>
                        <a:t>max</a:t>
                      </a:r>
                    </a:p>
                  </a:txBody>
                  <a:tcPr marL="27432" marR="27432" marT="9144" marB="9144" anchor="ctr">
                    <a:lnB w="9525" cap="flat" cmpd="sng" algn="ctr">
                      <a:solidFill>
                        <a:srgbClr val="FFFFFF"/>
                      </a:solidFill>
                    </a:lnB>
                    <a:solidFill>
                      <a:srgbClr val="24304E"/>
                    </a:solidFill>
                  </a:tcPr>
                </a:tc>
                <a:tc>
                  <a:txBody>
                    <a:bodyPr/>
                    <a:lstStyle/>
                    <a:p>
                      <a:pPr algn="ctr"/>
                      <a:r>
                        <a:rPr sz="1000" b="0">
                          <a:solidFill>
                            <a:srgbClr val="97A2B8"/>
                          </a:solidFill>
                          <a:latin typeface="Arial"/>
                        </a:rPr>
                        <a:t>timp</a:t>
                      </a:r>
                    </a:p>
                  </a:txBody>
                  <a:tcPr marL="27432" marR="27432" marT="9144" marB="9144" anchor="ctr">
                    <a:lnR w="9525" cap="flat" cmpd="sng" algn="ctr">
                      <a:solidFill>
                        <a:srgbClr val="FFFFFF"/>
                      </a:solidFill>
                    </a:lnR>
                    <a:lnB w="9525" cap="flat" cmpd="sng" algn="ctr">
                      <a:solidFill>
                        <a:srgbClr val="FFFFFF"/>
                      </a:solidFill>
                    </a:lnB>
                    <a:solidFill>
                      <a:srgbClr val="24304E"/>
                    </a:solidFill>
                  </a:tcPr>
                </a:tc>
              </a:tr>
              <a:tr h="411480">
                <a:tc>
                  <a:txBody>
                    <a:bodyPr/>
                    <a:lstStyle/>
                    <a:p>
                      <a:pPr algn="l"/>
                      <a:r>
                        <a:rPr sz="1050" b="0">
                          <a:solidFill>
                            <a:srgbClr val="EAF0FA"/>
                          </a:solidFill>
                          <a:latin typeface="Arial"/>
                        </a:rPr>
                        <a:t>karate</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34</a:t>
                      </a:r>
                    </a:p>
                  </a:txBody>
                  <a:tcPr marL="27432" marR="27432" marT="9144" marB="9144" anchor="ctr">
                    <a:lnB w="9525" cap="flat" cmpd="sng" algn="ctr">
                      <a:solidFill>
                        <a:srgbClr val="FFFFFF"/>
                      </a:solidFill>
                    </a:lnB>
                    <a:solidFill>
                      <a:srgbClr val="141D31"/>
                    </a:solidFill>
                  </a:tcPr>
                </a:tc>
                <a:tc>
                  <a:txBody>
                    <a:bodyPr/>
                    <a:lstStyle/>
                    <a:p>
                      <a:pPr algn="ctr"/>
                      <a:r>
                        <a:rPr sz="1050" b="0">
                          <a:solidFill>
                            <a:srgbClr val="C6CFDF"/>
                          </a:solidFill>
                          <a:latin typeface="Arial"/>
                        </a:rPr>
                        <a:t>78</a:t>
                      </a:r>
                    </a:p>
                  </a:txBody>
                  <a:tcPr marL="27432" marR="27432" marT="9144" marB="9144" anchor="ctr">
                    <a:lnB w="9525" cap="flat" cmpd="sng" algn="ctr">
                      <a:solidFill>
                        <a:srgbClr val="FFFFFF"/>
                      </a:solidFill>
                    </a:lnB>
                    <a:solidFill>
                      <a:srgbClr val="141D31"/>
                    </a:solidFill>
                  </a:tcPr>
                </a:tc>
                <a:tc>
                  <a:txBody>
                    <a:bodyPr/>
                    <a:lstStyle/>
                    <a:p>
                      <a:pPr algn="ctr"/>
                      <a:r>
                        <a:rPr sz="1050" b="0">
                          <a:solidFill>
                            <a:srgbClr val="C6CFDF"/>
                          </a:solidFill>
                          <a:latin typeface="Arial"/>
                        </a:rPr>
                        <a:t>9</a:t>
                      </a:r>
                    </a:p>
                  </a:txBody>
                  <a:tcPr marL="27432" marR="27432" marT="9144" marB="9144" anchor="ctr">
                    <a:lnB w="9525" cap="flat" cmpd="sng" algn="ctr">
                      <a:solidFill>
                        <a:srgbClr val="FFFFFF"/>
                      </a:solidFill>
                    </a:lnB>
                    <a:solidFill>
                      <a:srgbClr val="141D31"/>
                    </a:solidFill>
                  </a:tcPr>
                </a:tc>
                <a:tc>
                  <a:txBody>
                    <a:bodyPr/>
                    <a:lstStyle/>
                    <a:p>
                      <a:pPr algn="ctr"/>
                      <a:r>
                        <a:rPr sz="1050" b="1">
                          <a:solidFill>
                            <a:srgbClr val="EAF0FA"/>
                          </a:solidFill>
                          <a:latin typeface="Arial"/>
                        </a:rPr>
                        <a:t>9</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0,1 s</a:t>
                      </a:r>
                    </a:p>
                  </a:txBody>
                  <a:tcPr marL="27432" marR="27432" marT="9144" marB="9144" anchor="ctr">
                    <a:lnB w="9525" cap="flat" cmpd="sng" algn="ctr">
                      <a:solidFill>
                        <a:srgbClr val="FFFFFF"/>
                      </a:solidFill>
                    </a:lnB>
                    <a:solidFill>
                      <a:srgbClr val="141D31"/>
                    </a:solidFill>
                  </a:tcPr>
                </a:tc>
                <a:tc>
                  <a:txBody>
                    <a:bodyPr/>
                    <a:lstStyle/>
                    <a:p>
                      <a:pPr algn="ctr"/>
                      <a:r>
                        <a:rPr sz="1050" b="1">
                          <a:solidFill>
                            <a:srgbClr val="EAF0FA"/>
                          </a:solidFill>
                          <a:latin typeface="Arial"/>
                        </a:rPr>
                        <a:t>9</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0,1 s</a:t>
                      </a:r>
                    </a:p>
                  </a:txBody>
                  <a:tcPr marL="27432" marR="27432" marT="9144" marB="9144" anchor="ctr">
                    <a:lnB w="9525" cap="flat" cmpd="sng" algn="ctr">
                      <a:solidFill>
                        <a:srgbClr val="FFFFFF"/>
                      </a:solidFill>
                    </a:lnB>
                    <a:solidFill>
                      <a:srgbClr val="141D31"/>
                    </a:solidFill>
                  </a:tcPr>
                </a:tc>
                <a:tc>
                  <a:txBody>
                    <a:bodyPr/>
                    <a:lstStyle/>
                    <a:p>
                      <a:pPr algn="ctr"/>
                      <a:r>
                        <a:rPr sz="1050" b="1">
                          <a:solidFill>
                            <a:srgbClr val="EAF0FA"/>
                          </a:solidFill>
                          <a:latin typeface="Arial"/>
                        </a:rPr>
                        <a:t>9</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0,1 s</a:t>
                      </a:r>
                    </a:p>
                  </a:txBody>
                  <a:tcPr marL="27432" marR="27432" marT="9144" marB="9144" anchor="ctr">
                    <a:lnB w="9525" cap="flat" cmpd="sng" algn="ctr">
                      <a:solidFill>
                        <a:srgbClr val="FFFFFF"/>
                      </a:solidFill>
                    </a:lnB>
                    <a:solidFill>
                      <a:srgbClr val="141D31"/>
                    </a:solidFill>
                  </a:tcPr>
                </a:tc>
                <a:tc>
                  <a:txBody>
                    <a:bodyPr/>
                    <a:lstStyle/>
                    <a:p>
                      <a:pPr algn="ctr"/>
                      <a:r>
                        <a:rPr sz="1050" b="1">
                          <a:solidFill>
                            <a:srgbClr val="EAF0FA"/>
                          </a:solidFill>
                          <a:latin typeface="Arial"/>
                        </a:rPr>
                        <a:t>9</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1">
                          <a:solidFill>
                            <a:srgbClr val="EAF0FA"/>
                          </a:solidFill>
                          <a:latin typeface="Arial"/>
                        </a:rPr>
                        <a:t>9</a:t>
                      </a:r>
                    </a:p>
                  </a:txBody>
                  <a:tcPr marL="27432" marR="27432" marT="9144" marB="9144" anchor="ctr">
                    <a:lnB w="9525" cap="flat" cmpd="sng" algn="ctr">
                      <a:solidFill>
                        <a:srgbClr val="FFFFFF"/>
                      </a:solidFill>
                    </a:lnB>
                    <a:solidFill>
                      <a:srgbClr val="141D31"/>
                    </a:solidFill>
                  </a:tcPr>
                </a:tc>
                <a:tc>
                  <a:txBody>
                    <a:bodyPr/>
                    <a:lstStyle/>
                    <a:p>
                      <a:pPr algn="ctr"/>
                      <a:r>
                        <a:rPr sz="1050" b="1">
                          <a:solidFill>
                            <a:srgbClr val="EAF0FA"/>
                          </a:solidFill>
                          <a:latin typeface="Arial"/>
                        </a:rPr>
                        <a:t>9</a:t>
                      </a:r>
                    </a:p>
                  </a:txBody>
                  <a:tcPr marL="27432" marR="27432" marT="9144" marB="9144" anchor="ctr">
                    <a:lnB w="9525" cap="flat" cmpd="sng" algn="ctr">
                      <a:solidFill>
                        <a:srgbClr val="FFFFFF"/>
                      </a:solidFill>
                    </a:lnB>
                    <a:solidFill>
                      <a:srgbClr val="141D31"/>
                    </a:solidFill>
                  </a:tcPr>
                </a:tc>
                <a:tc>
                  <a:txBody>
                    <a:bodyPr/>
                    <a:lstStyle/>
                    <a:p>
                      <a:pPr algn="ctr"/>
                      <a:r>
                        <a:rPr sz="1050" b="0">
                          <a:solidFill>
                            <a:srgbClr val="C6CFDF"/>
                          </a:solidFill>
                          <a:latin typeface="Arial"/>
                        </a:rPr>
                        <a:t>10 s</a:t>
                      </a:r>
                    </a:p>
                  </a:txBody>
                  <a:tcPr marL="27432" marR="27432" marT="9144" marB="9144" anchor="ctr">
                    <a:lnB w="9525" cap="flat" cmpd="sng" algn="ctr">
                      <a:solidFill>
                        <a:srgbClr val="FFFFFF"/>
                      </a:solidFill>
                    </a:lnB>
                    <a:solidFill>
                      <a:srgbClr val="141D31"/>
                    </a:solidFill>
                  </a:tcPr>
                </a:tc>
                <a:tc>
                  <a:txBody>
                    <a:bodyPr/>
                    <a:lstStyle/>
                    <a:p>
                      <a:pPr algn="ctr"/>
                      <a:r>
                        <a:rPr sz="1050" b="1">
                          <a:solidFill>
                            <a:srgbClr val="EAF0FA"/>
                          </a:solidFill>
                          <a:latin typeface="Arial"/>
                        </a:rPr>
                        <a:t>9</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1">
                          <a:solidFill>
                            <a:srgbClr val="EAF0FA"/>
                          </a:solidFill>
                          <a:latin typeface="Arial"/>
                        </a:rPr>
                        <a:t>9</a:t>
                      </a:r>
                    </a:p>
                  </a:txBody>
                  <a:tcPr marL="27432" marR="27432" marT="9144" marB="9144" anchor="ctr">
                    <a:lnB w="9525" cap="flat" cmpd="sng" algn="ctr">
                      <a:solidFill>
                        <a:srgbClr val="FFFFFF"/>
                      </a:solidFill>
                    </a:lnB>
                    <a:solidFill>
                      <a:srgbClr val="141D31"/>
                    </a:solidFill>
                  </a:tcPr>
                </a:tc>
                <a:tc>
                  <a:txBody>
                    <a:bodyPr/>
                    <a:lstStyle/>
                    <a:p>
                      <a:pPr algn="ctr"/>
                      <a:r>
                        <a:rPr sz="1050" b="1">
                          <a:solidFill>
                            <a:srgbClr val="EAF0FA"/>
                          </a:solidFill>
                          <a:latin typeface="Arial"/>
                        </a:rPr>
                        <a:t>9</a:t>
                      </a:r>
                    </a:p>
                  </a:txBody>
                  <a:tcPr marL="27432" marR="27432" marT="9144" marB="9144" anchor="ctr">
                    <a:lnB w="9525" cap="flat" cmpd="sng" algn="ctr">
                      <a:solidFill>
                        <a:srgbClr val="FFFFFF"/>
                      </a:solidFill>
                    </a:lnB>
                    <a:solidFill>
                      <a:srgbClr val="141D31"/>
                    </a:solidFill>
                  </a:tcPr>
                </a:tc>
                <a:tc>
                  <a:txBody>
                    <a:bodyPr/>
                    <a:lstStyle/>
                    <a:p>
                      <a:pPr algn="ctr"/>
                      <a:r>
                        <a:rPr sz="1050" b="0">
                          <a:solidFill>
                            <a:srgbClr val="C6CFDF"/>
                          </a:solidFill>
                          <a:latin typeface="Arial"/>
                        </a:rPr>
                        <a:t>0,2 s</a:t>
                      </a:r>
                    </a:p>
                  </a:txBody>
                  <a:tcPr marL="27432" marR="27432" marT="9144" marB="9144" anchor="ctr">
                    <a:lnR w="9525" cap="flat" cmpd="sng" algn="ctr">
                      <a:solidFill>
                        <a:srgbClr val="FFFFFF"/>
                      </a:solidFill>
                    </a:lnR>
                    <a:lnB w="9525" cap="flat" cmpd="sng" algn="ctr">
                      <a:solidFill>
                        <a:srgbClr val="FFFFFF"/>
                      </a:solidFill>
                    </a:lnB>
                    <a:solidFill>
                      <a:srgbClr val="141D31"/>
                    </a:solidFill>
                  </a:tcPr>
                </a:tc>
              </a:tr>
              <a:tr h="411480">
                <a:tc>
                  <a:txBody>
                    <a:bodyPr/>
                    <a:lstStyle/>
                    <a:p>
                      <a:pPr algn="l"/>
                      <a:r>
                        <a:rPr sz="1050" b="0">
                          <a:solidFill>
                            <a:srgbClr val="EAF0FA"/>
                          </a:solidFill>
                          <a:latin typeface="Arial"/>
                        </a:rPr>
                        <a:t>dolphins</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62</a:t>
                      </a:r>
                    </a:p>
                  </a:txBody>
                  <a:tcPr marL="27432" marR="27432" marT="9144" marB="9144" anchor="ctr">
                    <a:lnB w="9525" cap="flat" cmpd="sng" algn="ctr">
                      <a:solidFill>
                        <a:srgbClr val="FFFFFF"/>
                      </a:solidFill>
                    </a:lnB>
                    <a:solidFill>
                      <a:srgbClr val="0F1727"/>
                    </a:solidFill>
                  </a:tcPr>
                </a:tc>
                <a:tc>
                  <a:txBody>
                    <a:bodyPr/>
                    <a:lstStyle/>
                    <a:p>
                      <a:pPr algn="ctr"/>
                      <a:r>
                        <a:rPr sz="1050" b="0">
                          <a:solidFill>
                            <a:srgbClr val="C6CFDF"/>
                          </a:solidFill>
                          <a:latin typeface="Arial"/>
                        </a:rPr>
                        <a:t>159</a:t>
                      </a:r>
                    </a:p>
                  </a:txBody>
                  <a:tcPr marL="27432" marR="27432" marT="9144" marB="9144" anchor="ctr">
                    <a:lnB w="9525" cap="flat" cmpd="sng" algn="ctr">
                      <a:solidFill>
                        <a:srgbClr val="FFFFFF"/>
                      </a:solidFill>
                    </a:lnB>
                    <a:solidFill>
                      <a:srgbClr val="0F1727"/>
                    </a:solidFill>
                  </a:tcPr>
                </a:tc>
                <a:tc>
                  <a:txBody>
                    <a:bodyPr/>
                    <a:lstStyle/>
                    <a:p>
                      <a:pPr algn="ctr"/>
                      <a:r>
                        <a:rPr sz="1050" b="0">
                          <a:solidFill>
                            <a:srgbClr val="C6CFDF"/>
                          </a:solidFill>
                          <a:latin typeface="Arial"/>
                        </a:rPr>
                        <a:t>24</a:t>
                      </a:r>
                    </a:p>
                  </a:txBody>
                  <a:tcPr marL="27432" marR="27432" marT="9144" marB="9144" anchor="ctr">
                    <a:lnB w="9525" cap="flat" cmpd="sng" algn="ctr">
                      <a:solidFill>
                        <a:srgbClr val="FFFFFF"/>
                      </a:solidFill>
                    </a:lnB>
                    <a:solidFill>
                      <a:srgbClr val="0F1727"/>
                    </a:solidFill>
                  </a:tcPr>
                </a:tc>
                <a:tc>
                  <a:txBody>
                    <a:bodyPr/>
                    <a:lstStyle/>
                    <a:p>
                      <a:pPr algn="ctr"/>
                      <a:r>
                        <a:rPr sz="1050" b="1">
                          <a:solidFill>
                            <a:srgbClr val="EAF0FA"/>
                          </a:solidFill>
                          <a:latin typeface="Arial"/>
                        </a:rPr>
                        <a:t>24</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0,2 s</a:t>
                      </a:r>
                    </a:p>
                  </a:txBody>
                  <a:tcPr marL="27432" marR="27432" marT="9144" marB="9144" anchor="ctr">
                    <a:lnB w="9525" cap="flat" cmpd="sng" algn="ctr">
                      <a:solidFill>
                        <a:srgbClr val="FFFFFF"/>
                      </a:solidFill>
                    </a:lnB>
                    <a:solidFill>
                      <a:srgbClr val="0F1727"/>
                    </a:solidFill>
                  </a:tcPr>
                </a:tc>
                <a:tc>
                  <a:txBody>
                    <a:bodyPr/>
                    <a:lstStyle/>
                    <a:p>
                      <a:pPr algn="ctr"/>
                      <a:r>
                        <a:rPr sz="1050" b="1">
                          <a:solidFill>
                            <a:srgbClr val="EAF0FA"/>
                          </a:solidFill>
                          <a:latin typeface="Arial"/>
                        </a:rPr>
                        <a:t>24</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0,2 s</a:t>
                      </a:r>
                    </a:p>
                  </a:txBody>
                  <a:tcPr marL="27432" marR="27432" marT="9144" marB="9144" anchor="ctr">
                    <a:lnB w="9525" cap="flat" cmpd="sng" algn="ctr">
                      <a:solidFill>
                        <a:srgbClr val="FFFFFF"/>
                      </a:solidFill>
                    </a:lnB>
                    <a:solidFill>
                      <a:srgbClr val="0F1727"/>
                    </a:solidFill>
                  </a:tcPr>
                </a:tc>
                <a:tc>
                  <a:txBody>
                    <a:bodyPr/>
                    <a:lstStyle/>
                    <a:p>
                      <a:pPr algn="ctr"/>
                      <a:r>
                        <a:rPr sz="1050" b="0">
                          <a:solidFill>
                            <a:srgbClr val="C6CFDF"/>
                          </a:solidFill>
                          <a:latin typeface="Arial"/>
                        </a:rPr>
                        <a:t>23</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1,4 s</a:t>
                      </a:r>
                    </a:p>
                  </a:txBody>
                  <a:tcPr marL="27432" marR="27432" marT="9144" marB="9144" anchor="ctr">
                    <a:lnB w="9525" cap="flat" cmpd="sng" algn="ctr">
                      <a:solidFill>
                        <a:srgbClr val="FFFFFF"/>
                      </a:solidFill>
                    </a:lnB>
                    <a:solidFill>
                      <a:srgbClr val="0F1727"/>
                    </a:solidFill>
                  </a:tcPr>
                </a:tc>
                <a:tc>
                  <a:txBody>
                    <a:bodyPr/>
                    <a:lstStyle/>
                    <a:p>
                      <a:pPr algn="ctr"/>
                      <a:r>
                        <a:rPr sz="1050" b="1">
                          <a:solidFill>
                            <a:srgbClr val="EAF0FA"/>
                          </a:solidFill>
                          <a:latin typeface="Arial"/>
                        </a:rPr>
                        <a:t>24</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1">
                          <a:solidFill>
                            <a:srgbClr val="EAF0FA"/>
                          </a:solidFill>
                          <a:latin typeface="Arial"/>
                        </a:rPr>
                        <a:t>24</a:t>
                      </a:r>
                    </a:p>
                  </a:txBody>
                  <a:tcPr marL="27432" marR="27432" marT="9144" marB="9144" anchor="ctr">
                    <a:lnB w="9525" cap="flat" cmpd="sng" algn="ctr">
                      <a:solidFill>
                        <a:srgbClr val="FFFFFF"/>
                      </a:solidFill>
                    </a:lnB>
                    <a:solidFill>
                      <a:srgbClr val="0F1727"/>
                    </a:solidFill>
                  </a:tcPr>
                </a:tc>
                <a:tc>
                  <a:txBody>
                    <a:bodyPr/>
                    <a:lstStyle/>
                    <a:p>
                      <a:pPr algn="ctr"/>
                      <a:r>
                        <a:rPr sz="1050" b="1">
                          <a:solidFill>
                            <a:srgbClr val="EAF0FA"/>
                          </a:solidFill>
                          <a:latin typeface="Arial"/>
                        </a:rPr>
                        <a:t>24</a:t>
                      </a:r>
                    </a:p>
                  </a:txBody>
                  <a:tcPr marL="27432" marR="27432" marT="9144" marB="9144" anchor="ctr">
                    <a:lnB w="9525" cap="flat" cmpd="sng" algn="ctr">
                      <a:solidFill>
                        <a:srgbClr val="FFFFFF"/>
                      </a:solidFill>
                    </a:lnB>
                    <a:solidFill>
                      <a:srgbClr val="0F1727"/>
                    </a:solidFill>
                  </a:tcPr>
                </a:tc>
                <a:tc>
                  <a:txBody>
                    <a:bodyPr/>
                    <a:lstStyle/>
                    <a:p>
                      <a:pPr algn="ctr"/>
                      <a:r>
                        <a:rPr sz="1050" b="0">
                          <a:solidFill>
                            <a:srgbClr val="C6CFDF"/>
                          </a:solidFill>
                          <a:latin typeface="Arial"/>
                        </a:rPr>
                        <a:t>28 s</a:t>
                      </a:r>
                    </a:p>
                  </a:txBody>
                  <a:tcPr marL="27432" marR="27432" marT="9144" marB="9144" anchor="ctr">
                    <a:lnB w="9525" cap="flat" cmpd="sng" algn="ctr">
                      <a:solidFill>
                        <a:srgbClr val="FFFFFF"/>
                      </a:solidFill>
                    </a:lnB>
                    <a:solidFill>
                      <a:srgbClr val="0F1727"/>
                    </a:solidFill>
                  </a:tcPr>
                </a:tc>
                <a:tc>
                  <a:txBody>
                    <a:bodyPr/>
                    <a:lstStyle/>
                    <a:p>
                      <a:pPr algn="ctr"/>
                      <a:r>
                        <a:rPr sz="1050" b="1">
                          <a:solidFill>
                            <a:srgbClr val="EAF0FA"/>
                          </a:solidFill>
                          <a:latin typeface="Arial"/>
                        </a:rPr>
                        <a:t>24</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1">
                          <a:solidFill>
                            <a:srgbClr val="EAF0FA"/>
                          </a:solidFill>
                          <a:latin typeface="Arial"/>
                        </a:rPr>
                        <a:t>24</a:t>
                      </a:r>
                    </a:p>
                  </a:txBody>
                  <a:tcPr marL="27432" marR="27432" marT="9144" marB="9144" anchor="ctr">
                    <a:lnB w="9525" cap="flat" cmpd="sng" algn="ctr">
                      <a:solidFill>
                        <a:srgbClr val="FFFFFF"/>
                      </a:solidFill>
                    </a:lnB>
                    <a:solidFill>
                      <a:srgbClr val="0F1727"/>
                    </a:solidFill>
                  </a:tcPr>
                </a:tc>
                <a:tc>
                  <a:txBody>
                    <a:bodyPr/>
                    <a:lstStyle/>
                    <a:p>
                      <a:pPr algn="ctr"/>
                      <a:r>
                        <a:rPr sz="1050" b="1">
                          <a:solidFill>
                            <a:srgbClr val="EAF0FA"/>
                          </a:solidFill>
                          <a:latin typeface="Arial"/>
                        </a:rPr>
                        <a:t>24</a:t>
                      </a:r>
                    </a:p>
                  </a:txBody>
                  <a:tcPr marL="27432" marR="27432" marT="9144" marB="9144" anchor="ctr">
                    <a:lnB w="9525" cap="flat" cmpd="sng" algn="ctr">
                      <a:solidFill>
                        <a:srgbClr val="FFFFFF"/>
                      </a:solidFill>
                    </a:lnB>
                    <a:solidFill>
                      <a:srgbClr val="0F1727"/>
                    </a:solidFill>
                  </a:tcPr>
                </a:tc>
                <a:tc>
                  <a:txBody>
                    <a:bodyPr/>
                    <a:lstStyle/>
                    <a:p>
                      <a:pPr algn="ctr"/>
                      <a:r>
                        <a:rPr sz="1050" b="0">
                          <a:solidFill>
                            <a:srgbClr val="C6CFDF"/>
                          </a:solidFill>
                          <a:latin typeface="Arial"/>
                        </a:rPr>
                        <a:t>0,3 s</a:t>
                      </a:r>
                    </a:p>
                  </a:txBody>
                  <a:tcPr marL="27432" marR="27432" marT="9144" marB="9144" anchor="ctr">
                    <a:lnR w="9525" cap="flat" cmpd="sng" algn="ctr">
                      <a:solidFill>
                        <a:srgbClr val="FFFFFF"/>
                      </a:solidFill>
                    </a:lnR>
                    <a:lnB w="9525" cap="flat" cmpd="sng" algn="ctr">
                      <a:solidFill>
                        <a:srgbClr val="FFFFFF"/>
                      </a:solidFill>
                    </a:lnB>
                    <a:solidFill>
                      <a:srgbClr val="0F1727"/>
                    </a:solidFill>
                  </a:tcPr>
                </a:tc>
              </a:tr>
              <a:tr h="411480">
                <a:tc>
                  <a:txBody>
                    <a:bodyPr/>
                    <a:lstStyle/>
                    <a:p>
                      <a:pPr algn="l"/>
                      <a:r>
                        <a:rPr sz="1050" b="0">
                          <a:solidFill>
                            <a:srgbClr val="EAF0FA"/>
                          </a:solidFill>
                          <a:latin typeface="Arial"/>
                        </a:rPr>
                        <a:t>sanjuansur</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75</a:t>
                      </a:r>
                    </a:p>
                  </a:txBody>
                  <a:tcPr marL="27432" marR="27432" marT="9144" marB="9144" anchor="ctr">
                    <a:lnB w="9525" cap="flat" cmpd="sng" algn="ctr">
                      <a:solidFill>
                        <a:srgbClr val="FFFFFF"/>
                      </a:solidFill>
                    </a:lnB>
                    <a:solidFill>
                      <a:srgbClr val="141D31"/>
                    </a:solidFill>
                  </a:tcPr>
                </a:tc>
                <a:tc>
                  <a:txBody>
                    <a:bodyPr/>
                    <a:lstStyle/>
                    <a:p>
                      <a:pPr algn="ctr"/>
                      <a:r>
                        <a:rPr sz="1050" b="0">
                          <a:solidFill>
                            <a:srgbClr val="C6CFDF"/>
                          </a:solidFill>
                          <a:latin typeface="Arial"/>
                        </a:rPr>
                        <a:t>144</a:t>
                      </a:r>
                    </a:p>
                  </a:txBody>
                  <a:tcPr marL="27432" marR="27432" marT="9144" marB="9144" anchor="ctr">
                    <a:lnB w="9525" cap="flat" cmpd="sng" algn="ctr">
                      <a:solidFill>
                        <a:srgbClr val="FFFFFF"/>
                      </a:solidFill>
                    </a:lnB>
                    <a:solidFill>
                      <a:srgbClr val="141D31"/>
                    </a:solidFill>
                  </a:tcPr>
                </a:tc>
                <a:tc>
                  <a:txBody>
                    <a:bodyPr/>
                    <a:lstStyle/>
                    <a:p>
                      <a:pPr algn="ctr"/>
                      <a:r>
                        <a:rPr sz="1050" b="0">
                          <a:solidFill>
                            <a:srgbClr val="C6CFDF"/>
                          </a:solidFill>
                          <a:latin typeface="Arial"/>
                        </a:rPr>
                        <a:t>38</a:t>
                      </a:r>
                    </a:p>
                  </a:txBody>
                  <a:tcPr marL="27432" marR="27432" marT="9144" marB="9144" anchor="ctr">
                    <a:lnB w="9525" cap="flat" cmpd="sng" algn="ctr">
                      <a:solidFill>
                        <a:srgbClr val="FFFFFF"/>
                      </a:solidFill>
                    </a:lnB>
                    <a:solidFill>
                      <a:srgbClr val="141D31"/>
                    </a:solidFill>
                  </a:tcPr>
                </a:tc>
                <a:tc>
                  <a:txBody>
                    <a:bodyPr/>
                    <a:lstStyle/>
                    <a:p>
                      <a:pPr algn="ctr"/>
                      <a:r>
                        <a:rPr sz="1050" b="1">
                          <a:solidFill>
                            <a:srgbClr val="EAF0FA"/>
                          </a:solidFill>
                          <a:latin typeface="Arial"/>
                        </a:rPr>
                        <a:t>38</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0,2 s</a:t>
                      </a:r>
                    </a:p>
                  </a:txBody>
                  <a:tcPr marL="27432" marR="27432" marT="9144" marB="9144" anchor="ctr">
                    <a:lnB w="9525" cap="flat" cmpd="sng" algn="ctr">
                      <a:solidFill>
                        <a:srgbClr val="FFFFFF"/>
                      </a:solidFill>
                    </a:lnB>
                    <a:solidFill>
                      <a:srgbClr val="141D31"/>
                    </a:solidFill>
                  </a:tcPr>
                </a:tc>
                <a:tc>
                  <a:txBody>
                    <a:bodyPr/>
                    <a:lstStyle/>
                    <a:p>
                      <a:pPr algn="ctr"/>
                      <a:r>
                        <a:rPr sz="1050" b="1">
                          <a:solidFill>
                            <a:srgbClr val="EAF0FA"/>
                          </a:solidFill>
                          <a:latin typeface="Arial"/>
                        </a:rPr>
                        <a:t>38</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0,1 s</a:t>
                      </a:r>
                    </a:p>
                  </a:txBody>
                  <a:tcPr marL="27432" marR="27432" marT="9144" marB="9144" anchor="ctr">
                    <a:lnB w="9525" cap="flat" cmpd="sng" algn="ctr">
                      <a:solidFill>
                        <a:srgbClr val="FFFFFF"/>
                      </a:solidFill>
                    </a:lnB>
                    <a:solidFill>
                      <a:srgbClr val="141D31"/>
                    </a:solidFill>
                  </a:tcPr>
                </a:tc>
                <a:tc>
                  <a:txBody>
                    <a:bodyPr/>
                    <a:lstStyle/>
                    <a:p>
                      <a:pPr algn="ctr"/>
                      <a:r>
                        <a:rPr sz="1050" b="0">
                          <a:solidFill>
                            <a:srgbClr val="C6CFDF"/>
                          </a:solidFill>
                          <a:latin typeface="Arial"/>
                        </a:rPr>
                        <a:t>36</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2,6 s</a:t>
                      </a:r>
                    </a:p>
                  </a:txBody>
                  <a:tcPr marL="27432" marR="27432" marT="9144" marB="9144" anchor="ctr">
                    <a:lnB w="9525" cap="flat" cmpd="sng" algn="ctr">
                      <a:solidFill>
                        <a:srgbClr val="FFFFFF"/>
                      </a:solidFill>
                    </a:lnB>
                    <a:solidFill>
                      <a:srgbClr val="141D31"/>
                    </a:solidFill>
                  </a:tcPr>
                </a:tc>
                <a:tc>
                  <a:txBody>
                    <a:bodyPr/>
                    <a:lstStyle/>
                    <a:p>
                      <a:pPr algn="ctr"/>
                      <a:r>
                        <a:rPr sz="1050" b="1">
                          <a:solidFill>
                            <a:srgbClr val="EAF0FA"/>
                          </a:solidFill>
                          <a:latin typeface="Arial"/>
                        </a:rPr>
                        <a:t>38</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1">
                          <a:solidFill>
                            <a:srgbClr val="EAF0FA"/>
                          </a:solidFill>
                          <a:latin typeface="Arial"/>
                        </a:rPr>
                        <a:t>38</a:t>
                      </a:r>
                    </a:p>
                  </a:txBody>
                  <a:tcPr marL="27432" marR="27432" marT="9144" marB="9144" anchor="ctr">
                    <a:lnB w="9525" cap="flat" cmpd="sng" algn="ctr">
                      <a:solidFill>
                        <a:srgbClr val="FFFFFF"/>
                      </a:solidFill>
                    </a:lnB>
                    <a:solidFill>
                      <a:srgbClr val="141D31"/>
                    </a:solidFill>
                  </a:tcPr>
                </a:tc>
                <a:tc>
                  <a:txBody>
                    <a:bodyPr/>
                    <a:lstStyle/>
                    <a:p>
                      <a:pPr algn="ctr"/>
                      <a:r>
                        <a:rPr sz="1050" b="1">
                          <a:solidFill>
                            <a:srgbClr val="EAF0FA"/>
                          </a:solidFill>
                          <a:latin typeface="Arial"/>
                        </a:rPr>
                        <a:t>38</a:t>
                      </a:r>
                    </a:p>
                  </a:txBody>
                  <a:tcPr marL="27432" marR="27432" marT="9144" marB="9144" anchor="ctr">
                    <a:lnB w="9525" cap="flat" cmpd="sng" algn="ctr">
                      <a:solidFill>
                        <a:srgbClr val="FFFFFF"/>
                      </a:solidFill>
                    </a:lnB>
                    <a:solidFill>
                      <a:srgbClr val="141D31"/>
                    </a:solidFill>
                  </a:tcPr>
                </a:tc>
                <a:tc>
                  <a:txBody>
                    <a:bodyPr/>
                    <a:lstStyle/>
                    <a:p>
                      <a:pPr algn="ctr"/>
                      <a:r>
                        <a:rPr sz="1050" b="0">
                          <a:solidFill>
                            <a:srgbClr val="C6CFDF"/>
                          </a:solidFill>
                          <a:latin typeface="Arial"/>
                        </a:rPr>
                        <a:t>40 s</a:t>
                      </a:r>
                    </a:p>
                  </a:txBody>
                  <a:tcPr marL="27432" marR="27432" marT="9144" marB="9144" anchor="ctr">
                    <a:lnB w="9525" cap="flat" cmpd="sng" algn="ctr">
                      <a:solidFill>
                        <a:srgbClr val="FFFFFF"/>
                      </a:solidFill>
                    </a:lnB>
                    <a:solidFill>
                      <a:srgbClr val="141D31"/>
                    </a:solidFill>
                  </a:tcPr>
                </a:tc>
                <a:tc>
                  <a:txBody>
                    <a:bodyPr/>
                    <a:lstStyle/>
                    <a:p>
                      <a:pPr algn="ctr"/>
                      <a:r>
                        <a:rPr sz="1050" b="1">
                          <a:solidFill>
                            <a:srgbClr val="EAF0FA"/>
                          </a:solidFill>
                          <a:latin typeface="Arial"/>
                        </a:rPr>
                        <a:t>38</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1">
                          <a:solidFill>
                            <a:srgbClr val="EAF0FA"/>
                          </a:solidFill>
                          <a:latin typeface="Arial"/>
                        </a:rPr>
                        <a:t>38</a:t>
                      </a:r>
                    </a:p>
                  </a:txBody>
                  <a:tcPr marL="27432" marR="27432" marT="9144" marB="9144" anchor="ctr">
                    <a:lnB w="9525" cap="flat" cmpd="sng" algn="ctr">
                      <a:solidFill>
                        <a:srgbClr val="FFFFFF"/>
                      </a:solidFill>
                    </a:lnB>
                    <a:solidFill>
                      <a:srgbClr val="141D31"/>
                    </a:solidFill>
                  </a:tcPr>
                </a:tc>
                <a:tc>
                  <a:txBody>
                    <a:bodyPr/>
                    <a:lstStyle/>
                    <a:p>
                      <a:pPr algn="ctr"/>
                      <a:r>
                        <a:rPr sz="1050" b="1">
                          <a:solidFill>
                            <a:srgbClr val="EAF0FA"/>
                          </a:solidFill>
                          <a:latin typeface="Arial"/>
                        </a:rPr>
                        <a:t>38</a:t>
                      </a:r>
                    </a:p>
                  </a:txBody>
                  <a:tcPr marL="27432" marR="27432" marT="9144" marB="9144" anchor="ctr">
                    <a:lnB w="9525" cap="flat" cmpd="sng" algn="ctr">
                      <a:solidFill>
                        <a:srgbClr val="FFFFFF"/>
                      </a:solidFill>
                    </a:lnB>
                    <a:solidFill>
                      <a:srgbClr val="141D31"/>
                    </a:solidFill>
                  </a:tcPr>
                </a:tc>
                <a:tc>
                  <a:txBody>
                    <a:bodyPr/>
                    <a:lstStyle/>
                    <a:p>
                      <a:pPr algn="ctr"/>
                      <a:r>
                        <a:rPr sz="1050" b="0">
                          <a:solidFill>
                            <a:srgbClr val="C6CFDF"/>
                          </a:solidFill>
                          <a:latin typeface="Arial"/>
                        </a:rPr>
                        <a:t>0,3 s</a:t>
                      </a:r>
                    </a:p>
                  </a:txBody>
                  <a:tcPr marL="27432" marR="27432" marT="9144" marB="9144" anchor="ctr">
                    <a:lnR w="9525" cap="flat" cmpd="sng" algn="ctr">
                      <a:solidFill>
                        <a:srgbClr val="FFFFFF"/>
                      </a:solidFill>
                    </a:lnR>
                    <a:lnB w="9525" cap="flat" cmpd="sng" algn="ctr">
                      <a:solidFill>
                        <a:srgbClr val="FFFFFF"/>
                      </a:solidFill>
                    </a:lnB>
                    <a:solidFill>
                      <a:srgbClr val="141D31"/>
                    </a:solidFill>
                  </a:tcPr>
                </a:tc>
              </a:tr>
              <a:tr h="411480">
                <a:tc>
                  <a:txBody>
                    <a:bodyPr/>
                    <a:lstStyle/>
                    <a:p>
                      <a:pPr algn="l"/>
                      <a:r>
                        <a:rPr sz="1050" b="0">
                          <a:solidFill>
                            <a:srgbClr val="EAF0FA"/>
                          </a:solidFill>
                          <a:latin typeface="Arial"/>
                        </a:rPr>
                        <a:t>ieeebus</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118</a:t>
                      </a:r>
                    </a:p>
                  </a:txBody>
                  <a:tcPr marL="27432" marR="27432" marT="9144" marB="9144" anchor="ctr">
                    <a:lnB w="9525" cap="flat" cmpd="sng" algn="ctr">
                      <a:solidFill>
                        <a:srgbClr val="FFFFFF"/>
                      </a:solidFill>
                    </a:lnB>
                    <a:solidFill>
                      <a:srgbClr val="0F1727"/>
                    </a:solidFill>
                  </a:tcPr>
                </a:tc>
                <a:tc>
                  <a:txBody>
                    <a:bodyPr/>
                    <a:lstStyle/>
                    <a:p>
                      <a:pPr algn="ctr"/>
                      <a:r>
                        <a:rPr sz="1050" b="0">
                          <a:solidFill>
                            <a:srgbClr val="C6CFDF"/>
                          </a:solidFill>
                          <a:latin typeface="Arial"/>
                        </a:rPr>
                        <a:t>179</a:t>
                      </a:r>
                    </a:p>
                  </a:txBody>
                  <a:tcPr marL="27432" marR="27432" marT="9144" marB="9144" anchor="ctr">
                    <a:lnB w="9525" cap="flat" cmpd="sng" algn="ctr">
                      <a:solidFill>
                        <a:srgbClr val="FFFFFF"/>
                      </a:solidFill>
                    </a:lnB>
                    <a:solidFill>
                      <a:srgbClr val="0F1727"/>
                    </a:solidFill>
                  </a:tcPr>
                </a:tc>
                <a:tc>
                  <a:txBody>
                    <a:bodyPr/>
                    <a:lstStyle/>
                    <a:p>
                      <a:pPr algn="ctr"/>
                      <a:r>
                        <a:rPr sz="1050" b="0">
                          <a:solidFill>
                            <a:srgbClr val="C6CFDF"/>
                          </a:solidFill>
                          <a:latin typeface="Arial"/>
                        </a:rPr>
                        <a:t>47</a:t>
                      </a:r>
                    </a:p>
                  </a:txBody>
                  <a:tcPr marL="27432" marR="27432" marT="9144" marB="9144" anchor="ctr">
                    <a:lnB w="9525" cap="flat" cmpd="sng" algn="ctr">
                      <a:solidFill>
                        <a:srgbClr val="FFFFFF"/>
                      </a:solidFill>
                    </a:lnB>
                    <a:solidFill>
                      <a:srgbClr val="0F1727"/>
                    </a:solidFill>
                  </a:tcPr>
                </a:tc>
                <a:tc>
                  <a:txBody>
                    <a:bodyPr/>
                    <a:lstStyle/>
                    <a:p>
                      <a:pPr algn="ctr"/>
                      <a:r>
                        <a:rPr sz="1050" b="1">
                          <a:solidFill>
                            <a:srgbClr val="EAF0FA"/>
                          </a:solidFill>
                          <a:latin typeface="Arial"/>
                        </a:rPr>
                        <a:t>47</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0,3 s</a:t>
                      </a:r>
                    </a:p>
                  </a:txBody>
                  <a:tcPr marL="27432" marR="27432" marT="9144" marB="9144" anchor="ctr">
                    <a:lnB w="9525" cap="flat" cmpd="sng" algn="ctr">
                      <a:solidFill>
                        <a:srgbClr val="FFFFFF"/>
                      </a:solidFill>
                    </a:lnB>
                    <a:solidFill>
                      <a:srgbClr val="0F1727"/>
                    </a:solidFill>
                  </a:tcPr>
                </a:tc>
                <a:tc>
                  <a:txBody>
                    <a:bodyPr/>
                    <a:lstStyle/>
                    <a:p>
                      <a:pPr algn="ctr"/>
                      <a:r>
                        <a:rPr sz="1050" b="1">
                          <a:solidFill>
                            <a:srgbClr val="EAF0FA"/>
                          </a:solidFill>
                          <a:latin typeface="Arial"/>
                        </a:rPr>
                        <a:t>47</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0,2 s</a:t>
                      </a:r>
                    </a:p>
                  </a:txBody>
                  <a:tcPr marL="27432" marR="27432" marT="9144" marB="9144" anchor="ctr">
                    <a:lnB w="9525" cap="flat" cmpd="sng" algn="ctr">
                      <a:solidFill>
                        <a:srgbClr val="FFFFFF"/>
                      </a:solidFill>
                    </a:lnB>
                    <a:solidFill>
                      <a:srgbClr val="0F1727"/>
                    </a:solidFill>
                  </a:tcPr>
                </a:tc>
                <a:tc>
                  <a:txBody>
                    <a:bodyPr/>
                    <a:lstStyle/>
                    <a:p>
                      <a:pPr algn="ctr"/>
                      <a:r>
                        <a:rPr sz="1050" b="1">
                          <a:solidFill>
                            <a:srgbClr val="EAF0FA"/>
                          </a:solidFill>
                          <a:latin typeface="Arial"/>
                        </a:rPr>
                        <a:t>47</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8,2 s</a:t>
                      </a:r>
                    </a:p>
                  </a:txBody>
                  <a:tcPr marL="27432" marR="27432" marT="9144" marB="9144" anchor="ctr">
                    <a:lnB w="9525" cap="flat" cmpd="sng" algn="ctr">
                      <a:solidFill>
                        <a:srgbClr val="FFFFFF"/>
                      </a:solidFill>
                    </a:lnB>
                    <a:solidFill>
                      <a:srgbClr val="0F1727"/>
                    </a:solidFill>
                  </a:tcPr>
                </a:tc>
                <a:tc>
                  <a:txBody>
                    <a:bodyPr/>
                    <a:lstStyle/>
                    <a:p>
                      <a:pPr algn="ctr"/>
                      <a:r>
                        <a:rPr sz="1050" b="1">
                          <a:solidFill>
                            <a:srgbClr val="EAF0FA"/>
                          </a:solidFill>
                          <a:latin typeface="Arial"/>
                        </a:rPr>
                        <a:t>47</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1">
                          <a:solidFill>
                            <a:srgbClr val="EAF0FA"/>
                          </a:solidFill>
                          <a:latin typeface="Arial"/>
                        </a:rPr>
                        <a:t>47</a:t>
                      </a:r>
                    </a:p>
                  </a:txBody>
                  <a:tcPr marL="27432" marR="27432" marT="9144" marB="9144" anchor="ctr">
                    <a:lnB w="9525" cap="flat" cmpd="sng" algn="ctr">
                      <a:solidFill>
                        <a:srgbClr val="FFFFFF"/>
                      </a:solidFill>
                    </a:lnB>
                    <a:solidFill>
                      <a:srgbClr val="0F1727"/>
                    </a:solidFill>
                  </a:tcPr>
                </a:tc>
                <a:tc>
                  <a:txBody>
                    <a:bodyPr/>
                    <a:lstStyle/>
                    <a:p>
                      <a:pPr algn="ctr"/>
                      <a:r>
                        <a:rPr sz="1050" b="1">
                          <a:solidFill>
                            <a:srgbClr val="EAF0FA"/>
                          </a:solidFill>
                          <a:latin typeface="Arial"/>
                        </a:rPr>
                        <a:t>47</a:t>
                      </a:r>
                    </a:p>
                  </a:txBody>
                  <a:tcPr marL="27432" marR="27432" marT="9144" marB="9144" anchor="ctr">
                    <a:lnB w="9525" cap="flat" cmpd="sng" algn="ctr">
                      <a:solidFill>
                        <a:srgbClr val="FFFFFF"/>
                      </a:solidFill>
                    </a:lnB>
                    <a:solidFill>
                      <a:srgbClr val="0F1727"/>
                    </a:solidFill>
                  </a:tcPr>
                </a:tc>
                <a:tc>
                  <a:txBody>
                    <a:bodyPr/>
                    <a:lstStyle/>
                    <a:p>
                      <a:pPr algn="ctr"/>
                      <a:r>
                        <a:rPr sz="1050" b="0">
                          <a:solidFill>
                            <a:srgbClr val="C6CFDF"/>
                          </a:solidFill>
                          <a:latin typeface="Arial"/>
                        </a:rPr>
                        <a:t>62 s</a:t>
                      </a:r>
                    </a:p>
                  </a:txBody>
                  <a:tcPr marL="27432" marR="27432" marT="9144" marB="9144" anchor="ctr">
                    <a:lnB w="9525" cap="flat" cmpd="sng" algn="ctr">
                      <a:solidFill>
                        <a:srgbClr val="FFFFFF"/>
                      </a:solidFill>
                    </a:lnB>
                    <a:solidFill>
                      <a:srgbClr val="0F1727"/>
                    </a:solidFill>
                  </a:tcPr>
                </a:tc>
                <a:tc>
                  <a:txBody>
                    <a:bodyPr/>
                    <a:lstStyle/>
                    <a:p>
                      <a:pPr algn="ctr"/>
                      <a:r>
                        <a:rPr sz="1050" b="1">
                          <a:solidFill>
                            <a:srgbClr val="EAF0FA"/>
                          </a:solidFill>
                          <a:latin typeface="Arial"/>
                        </a:rPr>
                        <a:t>47</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1">
                          <a:solidFill>
                            <a:srgbClr val="EAF0FA"/>
                          </a:solidFill>
                          <a:latin typeface="Arial"/>
                        </a:rPr>
                        <a:t>47</a:t>
                      </a:r>
                    </a:p>
                  </a:txBody>
                  <a:tcPr marL="27432" marR="27432" marT="9144" marB="9144" anchor="ctr">
                    <a:lnB w="9525" cap="flat" cmpd="sng" algn="ctr">
                      <a:solidFill>
                        <a:srgbClr val="FFFFFF"/>
                      </a:solidFill>
                    </a:lnB>
                    <a:solidFill>
                      <a:srgbClr val="0F1727"/>
                    </a:solidFill>
                  </a:tcPr>
                </a:tc>
                <a:tc>
                  <a:txBody>
                    <a:bodyPr/>
                    <a:lstStyle/>
                    <a:p>
                      <a:pPr algn="ctr"/>
                      <a:r>
                        <a:rPr sz="1050" b="1">
                          <a:solidFill>
                            <a:srgbClr val="EAF0FA"/>
                          </a:solidFill>
                          <a:latin typeface="Arial"/>
                        </a:rPr>
                        <a:t>47</a:t>
                      </a:r>
                    </a:p>
                  </a:txBody>
                  <a:tcPr marL="27432" marR="27432" marT="9144" marB="9144" anchor="ctr">
                    <a:lnB w="9525" cap="flat" cmpd="sng" algn="ctr">
                      <a:solidFill>
                        <a:srgbClr val="FFFFFF"/>
                      </a:solidFill>
                    </a:lnB>
                    <a:solidFill>
                      <a:srgbClr val="0F1727"/>
                    </a:solidFill>
                  </a:tcPr>
                </a:tc>
                <a:tc>
                  <a:txBody>
                    <a:bodyPr/>
                    <a:lstStyle/>
                    <a:p>
                      <a:pPr algn="ctr"/>
                      <a:r>
                        <a:rPr sz="1050" b="0">
                          <a:solidFill>
                            <a:srgbClr val="C6CFDF"/>
                          </a:solidFill>
                          <a:latin typeface="Arial"/>
                        </a:rPr>
                        <a:t>0,3 s</a:t>
                      </a:r>
                    </a:p>
                  </a:txBody>
                  <a:tcPr marL="27432" marR="27432" marT="9144" marB="9144" anchor="ctr">
                    <a:lnR w="9525" cap="flat" cmpd="sng" algn="ctr">
                      <a:solidFill>
                        <a:srgbClr val="FFFFFF"/>
                      </a:solidFill>
                    </a:lnR>
                    <a:lnB w="9525" cap="flat" cmpd="sng" algn="ctr">
                      <a:solidFill>
                        <a:srgbClr val="FFFFFF"/>
                      </a:solidFill>
                    </a:lnB>
                    <a:solidFill>
                      <a:srgbClr val="0F1727"/>
                    </a:solidFill>
                  </a:tcPr>
                </a:tc>
              </a:tr>
              <a:tr h="411480">
                <a:tc>
                  <a:txBody>
                    <a:bodyPr/>
                    <a:lstStyle/>
                    <a:p>
                      <a:pPr algn="l"/>
                      <a:r>
                        <a:rPr sz="1050" b="0">
                          <a:solidFill>
                            <a:srgbClr val="EAF0FA"/>
                          </a:solidFill>
                          <a:latin typeface="Arial"/>
                        </a:rPr>
                        <a:t>usair</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332</a:t>
                      </a:r>
                    </a:p>
                  </a:txBody>
                  <a:tcPr marL="27432" marR="27432" marT="9144" marB="9144" anchor="ctr">
                    <a:lnB w="9525" cap="flat" cmpd="sng" algn="ctr">
                      <a:solidFill>
                        <a:srgbClr val="FFFFFF"/>
                      </a:solidFill>
                    </a:lnB>
                    <a:solidFill>
                      <a:srgbClr val="141D31"/>
                    </a:solidFill>
                  </a:tcPr>
                </a:tc>
                <a:tc>
                  <a:txBody>
                    <a:bodyPr/>
                    <a:lstStyle/>
                    <a:p>
                      <a:pPr algn="ctr"/>
                      <a:r>
                        <a:rPr sz="1050" b="0">
                          <a:solidFill>
                            <a:srgbClr val="C6CFDF"/>
                          </a:solidFill>
                          <a:latin typeface="Arial"/>
                        </a:rPr>
                        <a:t>2 126</a:t>
                      </a:r>
                    </a:p>
                  </a:txBody>
                  <a:tcPr marL="27432" marR="27432" marT="9144" marB="9144" anchor="ctr">
                    <a:lnB w="9525" cap="flat" cmpd="sng" algn="ctr">
                      <a:solidFill>
                        <a:srgbClr val="FFFFFF"/>
                      </a:solidFill>
                    </a:lnB>
                    <a:solidFill>
                      <a:srgbClr val="141D31"/>
                    </a:solidFill>
                  </a:tcPr>
                </a:tc>
                <a:tc>
                  <a:txBody>
                    <a:bodyPr/>
                    <a:lstStyle/>
                    <a:p>
                      <a:pPr algn="ctr"/>
                      <a:r>
                        <a:rPr sz="1050" b="0">
                          <a:solidFill>
                            <a:srgbClr val="C6CFDF"/>
                          </a:solidFill>
                          <a:latin typeface="Arial"/>
                        </a:rPr>
                        <a:t>46</a:t>
                      </a:r>
                    </a:p>
                  </a:txBody>
                  <a:tcPr marL="27432" marR="27432" marT="9144" marB="9144" anchor="ctr">
                    <a:lnB w="9525" cap="flat" cmpd="sng" algn="ctr">
                      <a:solidFill>
                        <a:srgbClr val="FFFFFF"/>
                      </a:solidFill>
                    </a:lnB>
                    <a:solidFill>
                      <a:srgbClr val="141D31"/>
                    </a:solidFill>
                  </a:tcPr>
                </a:tc>
                <a:tc>
                  <a:txBody>
                    <a:bodyPr/>
                    <a:lstStyle/>
                    <a:p>
                      <a:pPr algn="ctr"/>
                      <a:r>
                        <a:rPr sz="1050" b="1">
                          <a:solidFill>
                            <a:srgbClr val="EAF0FA"/>
                          </a:solidFill>
                          <a:latin typeface="Arial"/>
                        </a:rPr>
                        <a:t>46</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124 s</a:t>
                      </a:r>
                    </a:p>
                  </a:txBody>
                  <a:tcPr marL="27432" marR="27432" marT="9144" marB="9144" anchor="ctr">
                    <a:lnB w="9525" cap="flat" cmpd="sng" algn="ctr">
                      <a:solidFill>
                        <a:srgbClr val="FFFFFF"/>
                      </a:solidFill>
                    </a:lnB>
                    <a:solidFill>
                      <a:srgbClr val="141D31"/>
                    </a:solidFill>
                  </a:tcPr>
                </a:tc>
                <a:tc>
                  <a:txBody>
                    <a:bodyPr/>
                    <a:lstStyle/>
                    <a:p>
                      <a:pPr algn="ctr"/>
                      <a:r>
                        <a:rPr sz="1050" b="1">
                          <a:solidFill>
                            <a:srgbClr val="EAF0FA"/>
                          </a:solidFill>
                          <a:latin typeface="Arial"/>
                        </a:rPr>
                        <a:t>46</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104 s</a:t>
                      </a:r>
                    </a:p>
                  </a:txBody>
                  <a:tcPr marL="27432" marR="27432" marT="9144" marB="9144" anchor="ctr">
                    <a:lnB w="9525" cap="flat" cmpd="sng" algn="ctr">
                      <a:solidFill>
                        <a:srgbClr val="FFFFFF"/>
                      </a:solidFill>
                    </a:lnB>
                    <a:solidFill>
                      <a:srgbClr val="141D31"/>
                    </a:solidFill>
                  </a:tcPr>
                </a:tc>
                <a:tc>
                  <a:txBody>
                    <a:bodyPr/>
                    <a:lstStyle/>
                    <a:p>
                      <a:pPr algn="ctr"/>
                      <a:r>
                        <a:rPr sz="1050" b="0">
                          <a:solidFill>
                            <a:srgbClr val="C6CFDF"/>
                          </a:solidFill>
                          <a:latin typeface="Arial"/>
                        </a:rPr>
                        <a:t>38</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51 s</a:t>
                      </a:r>
                    </a:p>
                  </a:txBody>
                  <a:tcPr marL="27432" marR="27432" marT="9144" marB="9144" anchor="ctr">
                    <a:lnB w="9525" cap="flat" cmpd="sng" algn="ctr">
                      <a:solidFill>
                        <a:srgbClr val="FFFFFF"/>
                      </a:solidFill>
                    </a:lnB>
                    <a:solidFill>
                      <a:srgbClr val="141D31"/>
                    </a:solidFill>
                  </a:tcPr>
                </a:tc>
                <a:tc>
                  <a:txBody>
                    <a:bodyPr/>
                    <a:lstStyle/>
                    <a:p>
                      <a:pPr algn="ctr"/>
                      <a:r>
                        <a:rPr sz="1050" b="0">
                          <a:solidFill>
                            <a:srgbClr val="C6CFDF"/>
                          </a:solidFill>
                          <a:latin typeface="Arial"/>
                        </a:rPr>
                        <a:t>45</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45,8</a:t>
                      </a:r>
                    </a:p>
                  </a:txBody>
                  <a:tcPr marL="27432" marR="27432" marT="9144" marB="9144" anchor="ctr">
                    <a:lnB w="9525" cap="flat" cmpd="sng" algn="ctr">
                      <a:solidFill>
                        <a:srgbClr val="FFFFFF"/>
                      </a:solidFill>
                    </a:lnB>
                    <a:solidFill>
                      <a:srgbClr val="141D31"/>
                    </a:solidFill>
                  </a:tcPr>
                </a:tc>
                <a:tc>
                  <a:txBody>
                    <a:bodyPr/>
                    <a:lstStyle/>
                    <a:p>
                      <a:pPr algn="ctr"/>
                      <a:r>
                        <a:rPr sz="1050" b="1">
                          <a:solidFill>
                            <a:srgbClr val="EAF0FA"/>
                          </a:solidFill>
                          <a:latin typeface="Arial"/>
                        </a:rPr>
                        <a:t>46</a:t>
                      </a:r>
                    </a:p>
                  </a:txBody>
                  <a:tcPr marL="27432" marR="27432" marT="9144" marB="9144" anchor="ctr">
                    <a:lnB w="9525" cap="flat" cmpd="sng" algn="ctr">
                      <a:solidFill>
                        <a:srgbClr val="FFFFFF"/>
                      </a:solidFill>
                    </a:lnB>
                    <a:solidFill>
                      <a:srgbClr val="141D31"/>
                    </a:solidFill>
                  </a:tcPr>
                </a:tc>
                <a:tc>
                  <a:txBody>
                    <a:bodyPr/>
                    <a:lstStyle/>
                    <a:p>
                      <a:pPr algn="ctr"/>
                      <a:r>
                        <a:rPr sz="1050" b="0">
                          <a:solidFill>
                            <a:srgbClr val="C6CFDF"/>
                          </a:solidFill>
                          <a:latin typeface="Arial"/>
                        </a:rPr>
                        <a:t>243 s</a:t>
                      </a:r>
                    </a:p>
                  </a:txBody>
                  <a:tcPr marL="27432" marR="27432" marT="9144" marB="9144" anchor="ctr">
                    <a:lnB w="9525" cap="flat" cmpd="sng" algn="ctr">
                      <a:solidFill>
                        <a:srgbClr val="FFFFFF"/>
                      </a:solidFill>
                    </a:lnB>
                    <a:solidFill>
                      <a:srgbClr val="141D31"/>
                    </a:solidFill>
                  </a:tcPr>
                </a:tc>
                <a:tc>
                  <a:txBody>
                    <a:bodyPr/>
                    <a:lstStyle/>
                    <a:p>
                      <a:pPr algn="ctr"/>
                      <a:r>
                        <a:rPr sz="1050" b="1">
                          <a:solidFill>
                            <a:srgbClr val="EAF0FA"/>
                          </a:solidFill>
                          <a:latin typeface="Arial"/>
                        </a:rPr>
                        <a:t>46</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1">
                          <a:solidFill>
                            <a:srgbClr val="EAF0FA"/>
                          </a:solidFill>
                          <a:latin typeface="Arial"/>
                        </a:rPr>
                        <a:t>46</a:t>
                      </a:r>
                    </a:p>
                  </a:txBody>
                  <a:tcPr marL="27432" marR="27432" marT="9144" marB="9144" anchor="ctr">
                    <a:lnB w="9525" cap="flat" cmpd="sng" algn="ctr">
                      <a:solidFill>
                        <a:srgbClr val="FFFFFF"/>
                      </a:solidFill>
                    </a:lnB>
                    <a:solidFill>
                      <a:srgbClr val="141D31"/>
                    </a:solidFill>
                  </a:tcPr>
                </a:tc>
                <a:tc>
                  <a:txBody>
                    <a:bodyPr/>
                    <a:lstStyle/>
                    <a:p>
                      <a:pPr algn="ctr"/>
                      <a:r>
                        <a:rPr sz="1050" b="1">
                          <a:solidFill>
                            <a:srgbClr val="EAF0FA"/>
                          </a:solidFill>
                          <a:latin typeface="Arial"/>
                        </a:rPr>
                        <a:t>46</a:t>
                      </a:r>
                    </a:p>
                  </a:txBody>
                  <a:tcPr marL="27432" marR="27432" marT="9144" marB="9144" anchor="ctr">
                    <a:lnB w="9525" cap="flat" cmpd="sng" algn="ctr">
                      <a:solidFill>
                        <a:srgbClr val="FFFFFF"/>
                      </a:solidFill>
                    </a:lnB>
                    <a:solidFill>
                      <a:srgbClr val="141D31"/>
                    </a:solidFill>
                  </a:tcPr>
                </a:tc>
                <a:tc>
                  <a:txBody>
                    <a:bodyPr/>
                    <a:lstStyle/>
                    <a:p>
                      <a:pPr algn="ctr"/>
                      <a:r>
                        <a:rPr sz="1050" b="0">
                          <a:solidFill>
                            <a:srgbClr val="C6CFDF"/>
                          </a:solidFill>
                          <a:latin typeface="Arial"/>
                        </a:rPr>
                        <a:t>16 s</a:t>
                      </a:r>
                    </a:p>
                  </a:txBody>
                  <a:tcPr marL="27432" marR="27432" marT="9144" marB="9144" anchor="ctr">
                    <a:lnR w="9525" cap="flat" cmpd="sng" algn="ctr">
                      <a:solidFill>
                        <a:srgbClr val="FFFFFF"/>
                      </a:solidFill>
                    </a:lnR>
                    <a:lnB w="9525" cap="flat" cmpd="sng" algn="ctr">
                      <a:solidFill>
                        <a:srgbClr val="FFFFFF"/>
                      </a:solidFill>
                    </a:lnB>
                    <a:solidFill>
                      <a:srgbClr val="141D31"/>
                    </a:solidFill>
                  </a:tcPr>
                </a:tc>
              </a:tr>
              <a:tr h="411480">
                <a:tc>
                  <a:txBody>
                    <a:bodyPr/>
                    <a:lstStyle/>
                    <a:p>
                      <a:pPr algn="l"/>
                      <a:r>
                        <a:rPr sz="1050" b="0">
                          <a:solidFill>
                            <a:srgbClr val="EAF0FA"/>
                          </a:solidFill>
                          <a:latin typeface="Arial"/>
                        </a:rPr>
                        <a:t>494bus</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494</a:t>
                      </a:r>
                    </a:p>
                  </a:txBody>
                  <a:tcPr marL="27432" marR="27432" marT="9144" marB="9144" anchor="ctr">
                    <a:lnB w="9525" cap="flat" cmpd="sng" algn="ctr">
                      <a:solidFill>
                        <a:srgbClr val="FFFFFF"/>
                      </a:solidFill>
                    </a:lnB>
                    <a:solidFill>
                      <a:srgbClr val="0F1727"/>
                    </a:solidFill>
                  </a:tcPr>
                </a:tc>
                <a:tc>
                  <a:txBody>
                    <a:bodyPr/>
                    <a:lstStyle/>
                    <a:p>
                      <a:pPr algn="ctr"/>
                      <a:r>
                        <a:rPr sz="1050" b="0">
                          <a:solidFill>
                            <a:srgbClr val="C6CFDF"/>
                          </a:solidFill>
                          <a:latin typeface="Arial"/>
                        </a:rPr>
                        <a:t>586</a:t>
                      </a:r>
                    </a:p>
                  </a:txBody>
                  <a:tcPr marL="27432" marR="27432" marT="9144" marB="9144" anchor="ctr">
                    <a:lnB w="9525" cap="flat" cmpd="sng" algn="ctr">
                      <a:solidFill>
                        <a:srgbClr val="FFFFFF"/>
                      </a:solidFill>
                    </a:lnB>
                    <a:solidFill>
                      <a:srgbClr val="0F1727"/>
                    </a:solidFill>
                  </a:tcPr>
                </a:tc>
                <a:tc>
                  <a:txBody>
                    <a:bodyPr/>
                    <a:lstStyle/>
                    <a:p>
                      <a:pPr algn="ctr"/>
                      <a:r>
                        <a:rPr sz="1050" b="0">
                          <a:solidFill>
                            <a:srgbClr val="C6CFDF"/>
                          </a:solidFill>
                          <a:latin typeface="Arial"/>
                        </a:rPr>
                        <a:t>142</a:t>
                      </a:r>
                    </a:p>
                  </a:txBody>
                  <a:tcPr marL="27432" marR="27432" marT="9144" marB="9144" anchor="ctr">
                    <a:lnB w="9525" cap="flat" cmpd="sng" algn="ctr">
                      <a:solidFill>
                        <a:srgbClr val="FFFFFF"/>
                      </a:solidFill>
                    </a:lnB>
                    <a:solidFill>
                      <a:srgbClr val="0F1727"/>
                    </a:solidFill>
                  </a:tcPr>
                </a:tc>
                <a:tc>
                  <a:txBody>
                    <a:bodyPr/>
                    <a:lstStyle/>
                    <a:p>
                      <a:pPr algn="ctr"/>
                      <a:r>
                        <a:rPr sz="1050" b="1">
                          <a:solidFill>
                            <a:srgbClr val="EAF0FA"/>
                          </a:solidFill>
                          <a:latin typeface="Arial"/>
                        </a:rPr>
                        <a:t>142</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17 s</a:t>
                      </a:r>
                    </a:p>
                  </a:txBody>
                  <a:tcPr marL="27432" marR="27432" marT="9144" marB="9144" anchor="ctr">
                    <a:lnB w="9525" cap="flat" cmpd="sng" algn="ctr">
                      <a:solidFill>
                        <a:srgbClr val="FFFFFF"/>
                      </a:solidFill>
                    </a:lnB>
                    <a:solidFill>
                      <a:srgbClr val="0F1727"/>
                    </a:solidFill>
                  </a:tcPr>
                </a:tc>
                <a:tc>
                  <a:txBody>
                    <a:bodyPr/>
                    <a:lstStyle/>
                    <a:p>
                      <a:pPr algn="ctr"/>
                      <a:r>
                        <a:rPr sz="1050" b="1">
                          <a:solidFill>
                            <a:srgbClr val="EAF0FA"/>
                          </a:solidFill>
                          <a:latin typeface="Arial"/>
                        </a:rPr>
                        <a:t>142</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89 s</a:t>
                      </a:r>
                    </a:p>
                  </a:txBody>
                  <a:tcPr marL="27432" marR="27432" marT="9144" marB="9144" anchor="ctr">
                    <a:lnB w="9525" cap="flat" cmpd="sng" algn="ctr">
                      <a:solidFill>
                        <a:srgbClr val="FFFFFF"/>
                      </a:solidFill>
                    </a:lnB>
                    <a:solidFill>
                      <a:srgbClr val="0F1727"/>
                    </a:solidFill>
                  </a:tcPr>
                </a:tc>
                <a:tc>
                  <a:txBody>
                    <a:bodyPr/>
                    <a:lstStyle/>
                    <a:p>
                      <a:pPr algn="ctr"/>
                      <a:r>
                        <a:rPr sz="1050" b="0">
                          <a:solidFill>
                            <a:srgbClr val="C6CFDF"/>
                          </a:solidFill>
                          <a:latin typeface="Arial"/>
                        </a:rPr>
                        <a:t>109</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221 s</a:t>
                      </a:r>
                    </a:p>
                  </a:txBody>
                  <a:tcPr marL="27432" marR="27432" marT="9144" marB="9144" anchor="ctr">
                    <a:lnB w="9525" cap="flat" cmpd="sng" algn="ctr">
                      <a:solidFill>
                        <a:srgbClr val="FFFFFF"/>
                      </a:solidFill>
                    </a:lnB>
                    <a:solidFill>
                      <a:srgbClr val="0F1727"/>
                    </a:solidFill>
                  </a:tcPr>
                </a:tc>
                <a:tc>
                  <a:txBody>
                    <a:bodyPr/>
                    <a:lstStyle/>
                    <a:p>
                      <a:pPr algn="ctr"/>
                      <a:r>
                        <a:rPr sz="1050" b="1">
                          <a:solidFill>
                            <a:srgbClr val="EAF0FA"/>
                          </a:solidFill>
                          <a:latin typeface="Arial"/>
                        </a:rPr>
                        <a:t>142</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1">
                          <a:solidFill>
                            <a:srgbClr val="EAF0FA"/>
                          </a:solidFill>
                          <a:latin typeface="Arial"/>
                        </a:rPr>
                        <a:t>142</a:t>
                      </a:r>
                    </a:p>
                  </a:txBody>
                  <a:tcPr marL="27432" marR="27432" marT="9144" marB="9144" anchor="ctr">
                    <a:lnB w="9525" cap="flat" cmpd="sng" algn="ctr">
                      <a:solidFill>
                        <a:srgbClr val="FFFFFF"/>
                      </a:solidFill>
                    </a:lnB>
                    <a:solidFill>
                      <a:srgbClr val="0F1727"/>
                    </a:solidFill>
                  </a:tcPr>
                </a:tc>
                <a:tc>
                  <a:txBody>
                    <a:bodyPr/>
                    <a:lstStyle/>
                    <a:p>
                      <a:pPr algn="ctr"/>
                      <a:r>
                        <a:rPr sz="1050" b="1">
                          <a:solidFill>
                            <a:srgbClr val="EAF0FA"/>
                          </a:solidFill>
                          <a:latin typeface="Arial"/>
                        </a:rPr>
                        <a:t>142</a:t>
                      </a:r>
                    </a:p>
                  </a:txBody>
                  <a:tcPr marL="27432" marR="27432" marT="9144" marB="9144" anchor="ctr">
                    <a:lnB w="9525" cap="flat" cmpd="sng" algn="ctr">
                      <a:solidFill>
                        <a:srgbClr val="FFFFFF"/>
                      </a:solidFill>
                    </a:lnB>
                    <a:solidFill>
                      <a:srgbClr val="0F1727"/>
                    </a:solidFill>
                  </a:tcPr>
                </a:tc>
                <a:tc>
                  <a:txBody>
                    <a:bodyPr/>
                    <a:lstStyle/>
                    <a:p>
                      <a:pPr algn="ctr"/>
                      <a:r>
                        <a:rPr sz="1050" b="0">
                          <a:solidFill>
                            <a:srgbClr val="C6CFDF"/>
                          </a:solidFill>
                          <a:latin typeface="Arial"/>
                        </a:rPr>
                        <a:t>108 s</a:t>
                      </a:r>
                    </a:p>
                  </a:txBody>
                  <a:tcPr marL="27432" marR="27432" marT="9144" marB="9144" anchor="ctr">
                    <a:lnB w="9525" cap="flat" cmpd="sng" algn="ctr">
                      <a:solidFill>
                        <a:srgbClr val="FFFFFF"/>
                      </a:solidFill>
                    </a:lnB>
                    <a:solidFill>
                      <a:srgbClr val="0F1727"/>
                    </a:solidFill>
                  </a:tcPr>
                </a:tc>
                <a:tc>
                  <a:txBody>
                    <a:bodyPr/>
                    <a:lstStyle/>
                    <a:p>
                      <a:pPr algn="ctr"/>
                      <a:r>
                        <a:rPr sz="1050" b="1">
                          <a:solidFill>
                            <a:srgbClr val="EAF0FA"/>
                          </a:solidFill>
                          <a:latin typeface="Arial"/>
                        </a:rPr>
                        <a:t>142</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1">
                          <a:solidFill>
                            <a:srgbClr val="EAF0FA"/>
                          </a:solidFill>
                          <a:latin typeface="Arial"/>
                        </a:rPr>
                        <a:t>142</a:t>
                      </a:r>
                    </a:p>
                  </a:txBody>
                  <a:tcPr marL="27432" marR="27432" marT="9144" marB="9144" anchor="ctr">
                    <a:lnB w="9525" cap="flat" cmpd="sng" algn="ctr">
                      <a:solidFill>
                        <a:srgbClr val="FFFFFF"/>
                      </a:solidFill>
                    </a:lnB>
                    <a:solidFill>
                      <a:srgbClr val="0F1727"/>
                    </a:solidFill>
                  </a:tcPr>
                </a:tc>
                <a:tc>
                  <a:txBody>
                    <a:bodyPr/>
                    <a:lstStyle/>
                    <a:p>
                      <a:pPr algn="ctr"/>
                      <a:r>
                        <a:rPr sz="1050" b="1">
                          <a:solidFill>
                            <a:srgbClr val="EAF0FA"/>
                          </a:solidFill>
                          <a:latin typeface="Arial"/>
                        </a:rPr>
                        <a:t>142</a:t>
                      </a:r>
                    </a:p>
                  </a:txBody>
                  <a:tcPr marL="27432" marR="27432" marT="9144" marB="9144" anchor="ctr">
                    <a:lnB w="9525" cap="flat" cmpd="sng" algn="ctr">
                      <a:solidFill>
                        <a:srgbClr val="FFFFFF"/>
                      </a:solidFill>
                    </a:lnB>
                    <a:solidFill>
                      <a:srgbClr val="0F1727"/>
                    </a:solidFill>
                  </a:tcPr>
                </a:tc>
                <a:tc>
                  <a:txBody>
                    <a:bodyPr/>
                    <a:lstStyle/>
                    <a:p>
                      <a:pPr algn="ctr"/>
                      <a:r>
                        <a:rPr sz="1050" b="0">
                          <a:solidFill>
                            <a:srgbClr val="C6CFDF"/>
                          </a:solidFill>
                          <a:latin typeface="Arial"/>
                        </a:rPr>
                        <a:t>2,5 s</a:t>
                      </a:r>
                    </a:p>
                  </a:txBody>
                  <a:tcPr marL="27432" marR="27432" marT="9144" marB="9144" anchor="ctr">
                    <a:lnR w="9525" cap="flat" cmpd="sng" algn="ctr">
                      <a:solidFill>
                        <a:srgbClr val="FFFFFF"/>
                      </a:solidFill>
                    </a:lnR>
                    <a:lnB w="9525" cap="flat" cmpd="sng" algn="ctr">
                      <a:solidFill>
                        <a:srgbClr val="FFFFFF"/>
                      </a:solidFill>
                    </a:lnB>
                    <a:solidFill>
                      <a:srgbClr val="0F1727"/>
                    </a:solidFill>
                  </a:tcPr>
                </a:tc>
              </a:tr>
              <a:tr h="411480">
                <a:tc>
                  <a:txBody>
                    <a:bodyPr/>
                    <a:lstStyle/>
                    <a:p>
                      <a:pPr algn="l"/>
                      <a:r>
                        <a:rPr sz="1050" b="0">
                          <a:solidFill>
                            <a:srgbClr val="EAF0FA"/>
                          </a:solidFill>
                          <a:latin typeface="Arial"/>
                        </a:rPr>
                        <a:t>662bus</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662</a:t>
                      </a:r>
                    </a:p>
                  </a:txBody>
                  <a:tcPr marL="27432" marR="27432" marT="9144" marB="9144" anchor="ctr">
                    <a:lnB w="9525" cap="flat" cmpd="sng" algn="ctr">
                      <a:solidFill>
                        <a:srgbClr val="FFFFFF"/>
                      </a:solidFill>
                    </a:lnB>
                    <a:solidFill>
                      <a:srgbClr val="141D31"/>
                    </a:solidFill>
                  </a:tcPr>
                </a:tc>
                <a:tc>
                  <a:txBody>
                    <a:bodyPr/>
                    <a:lstStyle/>
                    <a:p>
                      <a:pPr algn="ctr"/>
                      <a:r>
                        <a:rPr sz="1050" b="0">
                          <a:solidFill>
                            <a:srgbClr val="C6CFDF"/>
                          </a:solidFill>
                          <a:latin typeface="Arial"/>
                        </a:rPr>
                        <a:t>906</a:t>
                      </a:r>
                    </a:p>
                  </a:txBody>
                  <a:tcPr marL="27432" marR="27432" marT="9144" marB="9144" anchor="ctr">
                    <a:lnB w="9525" cap="flat" cmpd="sng" algn="ctr">
                      <a:solidFill>
                        <a:srgbClr val="FFFFFF"/>
                      </a:solidFill>
                    </a:lnB>
                    <a:solidFill>
                      <a:srgbClr val="141D31"/>
                    </a:solidFill>
                  </a:tcPr>
                </a:tc>
                <a:tc>
                  <a:txBody>
                    <a:bodyPr/>
                    <a:lstStyle/>
                    <a:p>
                      <a:pPr algn="ctr"/>
                      <a:r>
                        <a:rPr sz="1050" b="0">
                          <a:solidFill>
                            <a:srgbClr val="C6CFDF"/>
                          </a:solidFill>
                          <a:latin typeface="Arial"/>
                        </a:rPr>
                        <a:t>305</a:t>
                      </a:r>
                    </a:p>
                  </a:txBody>
                  <a:tcPr marL="27432" marR="27432" marT="9144" marB="9144" anchor="ctr">
                    <a:lnB w="9525" cap="flat" cmpd="sng" algn="ctr">
                      <a:solidFill>
                        <a:srgbClr val="FFFFFF"/>
                      </a:solidFill>
                    </a:lnB>
                    <a:solidFill>
                      <a:srgbClr val="141D31"/>
                    </a:solidFill>
                  </a:tcPr>
                </a:tc>
                <a:tc>
                  <a:txBody>
                    <a:bodyPr/>
                    <a:lstStyle/>
                    <a:p>
                      <a:pPr algn="ctr"/>
                      <a:r>
                        <a:rPr sz="1050" b="1">
                          <a:solidFill>
                            <a:srgbClr val="EAF0FA"/>
                          </a:solidFill>
                          <a:latin typeface="Arial"/>
                        </a:rPr>
                        <a:t>305</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900 s</a:t>
                      </a:r>
                    </a:p>
                  </a:txBody>
                  <a:tcPr marL="27432" marR="27432" marT="9144" marB="9144" anchor="ctr">
                    <a:lnB w="9525" cap="flat" cmpd="sng" algn="ctr">
                      <a:solidFill>
                        <a:srgbClr val="FFFFFF"/>
                      </a:solidFill>
                    </a:lnB>
                    <a:solidFill>
                      <a:srgbClr val="141D31"/>
                    </a:solidFill>
                  </a:tcPr>
                </a:tc>
                <a:tc>
                  <a:txBody>
                    <a:bodyPr/>
                    <a:lstStyle/>
                    <a:p>
                      <a:pPr algn="ctr"/>
                      <a:r>
                        <a:rPr sz="1050" b="1">
                          <a:solidFill>
                            <a:srgbClr val="EAF0FA"/>
                          </a:solidFill>
                          <a:latin typeface="Arial"/>
                        </a:rPr>
                        <a:t>305</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900 s</a:t>
                      </a:r>
                    </a:p>
                  </a:txBody>
                  <a:tcPr marL="27432" marR="27432" marT="9144" marB="9144" anchor="ctr">
                    <a:lnB w="9525" cap="flat" cmpd="sng" algn="ctr">
                      <a:solidFill>
                        <a:srgbClr val="FFFFFF"/>
                      </a:solidFill>
                    </a:lnB>
                    <a:solidFill>
                      <a:srgbClr val="141D31"/>
                    </a:solidFill>
                  </a:tcPr>
                </a:tc>
                <a:tc>
                  <a:txBody>
                    <a:bodyPr/>
                    <a:lstStyle/>
                    <a:p>
                      <a:pPr algn="ctr"/>
                      <a:r>
                        <a:rPr sz="1050" b="0">
                          <a:solidFill>
                            <a:srgbClr val="C6CFDF"/>
                          </a:solidFill>
                          <a:latin typeface="Arial"/>
                        </a:rPr>
                        <a:t>237</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900 s</a:t>
                      </a:r>
                    </a:p>
                  </a:txBody>
                  <a:tcPr marL="27432" marR="27432" marT="9144" marB="9144" anchor="ctr">
                    <a:lnB w="9525" cap="flat" cmpd="sng" algn="ctr">
                      <a:solidFill>
                        <a:srgbClr val="FFFFFF"/>
                      </a:solidFill>
                    </a:lnB>
                    <a:solidFill>
                      <a:srgbClr val="141D31"/>
                    </a:solidFill>
                  </a:tcPr>
                </a:tc>
                <a:tc>
                  <a:txBody>
                    <a:bodyPr/>
                    <a:lstStyle/>
                    <a:p>
                      <a:pPr algn="ctr"/>
                      <a:r>
                        <a:rPr sz="1050" b="0">
                          <a:solidFill>
                            <a:srgbClr val="C6CFDF"/>
                          </a:solidFill>
                          <a:latin typeface="Arial"/>
                        </a:rPr>
                        <a:t>268</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277</a:t>
                      </a:r>
                    </a:p>
                  </a:txBody>
                  <a:tcPr marL="27432" marR="27432" marT="9144" marB="9144" anchor="ctr">
                    <a:lnB w="9525" cap="flat" cmpd="sng" algn="ctr">
                      <a:solidFill>
                        <a:srgbClr val="FFFFFF"/>
                      </a:solidFill>
                    </a:lnB>
                    <a:solidFill>
                      <a:srgbClr val="141D31"/>
                    </a:solidFill>
                  </a:tcPr>
                </a:tc>
                <a:tc>
                  <a:txBody>
                    <a:bodyPr/>
                    <a:lstStyle/>
                    <a:p>
                      <a:pPr algn="ctr"/>
                      <a:r>
                        <a:rPr sz="1050" b="0">
                          <a:solidFill>
                            <a:srgbClr val="C6CFDF"/>
                          </a:solidFill>
                          <a:latin typeface="Arial"/>
                        </a:rPr>
                        <a:t>283</a:t>
                      </a:r>
                    </a:p>
                  </a:txBody>
                  <a:tcPr marL="27432" marR="27432" marT="9144" marB="9144" anchor="ctr">
                    <a:lnB w="9525" cap="flat" cmpd="sng" algn="ctr">
                      <a:solidFill>
                        <a:srgbClr val="FFFFFF"/>
                      </a:solidFill>
                    </a:lnB>
                    <a:solidFill>
                      <a:srgbClr val="141D31"/>
                    </a:solidFill>
                  </a:tcPr>
                </a:tc>
                <a:tc>
                  <a:txBody>
                    <a:bodyPr/>
                    <a:lstStyle/>
                    <a:p>
                      <a:pPr algn="ctr"/>
                      <a:r>
                        <a:rPr sz="1050" b="0">
                          <a:solidFill>
                            <a:srgbClr val="C6CFDF"/>
                          </a:solidFill>
                          <a:latin typeface="Arial"/>
                        </a:rPr>
                        <a:t>900 s</a:t>
                      </a:r>
                    </a:p>
                  </a:txBody>
                  <a:tcPr marL="27432" marR="27432" marT="9144" marB="9144" anchor="ctr">
                    <a:lnB w="9525" cap="flat" cmpd="sng" algn="ctr">
                      <a:solidFill>
                        <a:srgbClr val="FFFFFF"/>
                      </a:solidFill>
                    </a:lnB>
                    <a:solidFill>
                      <a:srgbClr val="141D31"/>
                    </a:solidFill>
                  </a:tcPr>
                </a:tc>
                <a:tc>
                  <a:txBody>
                    <a:bodyPr/>
                    <a:lstStyle/>
                    <a:p>
                      <a:pPr algn="ctr"/>
                      <a:r>
                        <a:rPr sz="1050" b="0">
                          <a:solidFill>
                            <a:srgbClr val="C6CFDF"/>
                          </a:solidFill>
                          <a:latin typeface="Arial"/>
                        </a:rPr>
                        <a:t>287</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297,6</a:t>
                      </a:r>
                    </a:p>
                  </a:txBody>
                  <a:tcPr marL="27432" marR="27432" marT="9144" marB="9144" anchor="ctr">
                    <a:lnB w="9525" cap="flat" cmpd="sng" algn="ctr">
                      <a:solidFill>
                        <a:srgbClr val="FFFFFF"/>
                      </a:solidFill>
                    </a:lnB>
                    <a:solidFill>
                      <a:srgbClr val="141D31"/>
                    </a:solidFill>
                  </a:tcPr>
                </a:tc>
                <a:tc>
                  <a:txBody>
                    <a:bodyPr/>
                    <a:lstStyle/>
                    <a:p>
                      <a:pPr algn="ctr"/>
                      <a:r>
                        <a:rPr sz="1050" b="0">
                          <a:solidFill>
                            <a:srgbClr val="C6CFDF"/>
                          </a:solidFill>
                          <a:latin typeface="Arial"/>
                        </a:rPr>
                        <a:t>302</a:t>
                      </a:r>
                    </a:p>
                  </a:txBody>
                  <a:tcPr marL="27432" marR="27432" marT="9144" marB="9144" anchor="ctr">
                    <a:lnB w="9525" cap="flat" cmpd="sng" algn="ctr">
                      <a:solidFill>
                        <a:srgbClr val="FFFFFF"/>
                      </a:solidFill>
                    </a:lnB>
                    <a:solidFill>
                      <a:srgbClr val="141D31"/>
                    </a:solidFill>
                  </a:tcPr>
                </a:tc>
                <a:tc>
                  <a:txBody>
                    <a:bodyPr/>
                    <a:lstStyle/>
                    <a:p>
                      <a:pPr algn="ctr"/>
                      <a:r>
                        <a:rPr sz="1050" b="0">
                          <a:solidFill>
                            <a:srgbClr val="C6CFDF"/>
                          </a:solidFill>
                          <a:latin typeface="Arial"/>
                        </a:rPr>
                        <a:t>900 s</a:t>
                      </a:r>
                    </a:p>
                  </a:txBody>
                  <a:tcPr marL="27432" marR="27432" marT="9144" marB="9144" anchor="ctr">
                    <a:lnR w="9525" cap="flat" cmpd="sng" algn="ctr">
                      <a:solidFill>
                        <a:srgbClr val="FFFFFF"/>
                      </a:solidFill>
                    </a:lnR>
                    <a:lnB w="9525" cap="flat" cmpd="sng" algn="ctr">
                      <a:solidFill>
                        <a:srgbClr val="FFFFFF"/>
                      </a:solidFill>
                    </a:lnB>
                    <a:solidFill>
                      <a:srgbClr val="141D31"/>
                    </a:solidFill>
                  </a:tcPr>
                </a:tc>
              </a:tr>
              <a:tr h="411480">
                <a:tc>
                  <a:txBody>
                    <a:bodyPr/>
                    <a:lstStyle/>
                    <a:p>
                      <a:pPr algn="l"/>
                      <a:r>
                        <a:rPr sz="1050" b="0">
                          <a:solidFill>
                            <a:srgbClr val="EAF0FA"/>
                          </a:solidFill>
                          <a:latin typeface="Arial"/>
                        </a:rPr>
                        <a:t>yeast</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2 361</a:t>
                      </a:r>
                    </a:p>
                  </a:txBody>
                  <a:tcPr marL="27432" marR="27432" marT="9144" marB="9144" anchor="ctr">
                    <a:lnB w="9525" cap="flat" cmpd="sng" algn="ctr">
                      <a:solidFill>
                        <a:srgbClr val="FFFFFF"/>
                      </a:solidFill>
                    </a:lnB>
                    <a:solidFill>
                      <a:srgbClr val="0F1727"/>
                    </a:solidFill>
                  </a:tcPr>
                </a:tc>
                <a:tc>
                  <a:txBody>
                    <a:bodyPr/>
                    <a:lstStyle/>
                    <a:p>
                      <a:pPr algn="ctr"/>
                      <a:r>
                        <a:rPr sz="1050" b="0">
                          <a:solidFill>
                            <a:srgbClr val="C6CFDF"/>
                          </a:solidFill>
                          <a:latin typeface="Arial"/>
                        </a:rPr>
                        <a:t>6 646</a:t>
                      </a:r>
                    </a:p>
                  </a:txBody>
                  <a:tcPr marL="27432" marR="27432" marT="9144" marB="9144" anchor="ctr">
                    <a:lnB w="9525" cap="flat" cmpd="sng" algn="ctr">
                      <a:solidFill>
                        <a:srgbClr val="FFFFFF"/>
                      </a:solidFill>
                    </a:lnB>
                    <a:solidFill>
                      <a:srgbClr val="0F1727"/>
                    </a:solidFill>
                  </a:tcPr>
                </a:tc>
                <a:tc>
                  <a:txBody>
                    <a:bodyPr/>
                    <a:lstStyle/>
                    <a:p>
                      <a:pPr algn="ctr"/>
                      <a:r>
                        <a:rPr sz="1050" b="0">
                          <a:solidFill>
                            <a:srgbClr val="C6CFDF"/>
                          </a:solidFill>
                          <a:latin typeface="Arial"/>
                        </a:rPr>
                        <a:t>?</a:t>
                      </a:r>
                    </a:p>
                  </a:txBody>
                  <a:tcPr marL="27432" marR="27432" marT="9144" marB="9144" anchor="ctr">
                    <a:lnB w="9525" cap="flat" cmpd="sng" algn="ctr">
                      <a:solidFill>
                        <a:srgbClr val="FFFFFF"/>
                      </a:solidFill>
                    </a:lnB>
                    <a:solidFill>
                      <a:srgbClr val="0F1727"/>
                    </a:solidFill>
                  </a:tcPr>
                </a:tc>
                <a:tc>
                  <a:txBody>
                    <a:bodyPr/>
                    <a:lstStyle/>
                    <a:p>
                      <a:pPr algn="ctr"/>
                      <a:r>
                        <a:rPr sz="1050" b="0">
                          <a:solidFill>
                            <a:srgbClr val="C6CFDF"/>
                          </a:solidFill>
                          <a:latin typeface="Arial"/>
                        </a:rPr>
                        <a:t>142</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900 s</a:t>
                      </a:r>
                    </a:p>
                  </a:txBody>
                  <a:tcPr marL="27432" marR="27432" marT="9144" marB="9144" anchor="ctr">
                    <a:lnB w="9525" cap="flat" cmpd="sng" algn="ctr">
                      <a:solidFill>
                        <a:srgbClr val="FFFFFF"/>
                      </a:solidFill>
                    </a:lnB>
                    <a:solidFill>
                      <a:srgbClr val="0F1727"/>
                    </a:solidFill>
                  </a:tcPr>
                </a:tc>
                <a:tc>
                  <a:txBody>
                    <a:bodyPr/>
                    <a:lstStyle/>
                    <a:p>
                      <a:pPr algn="ctr"/>
                      <a:r>
                        <a:rPr sz="1050" b="0">
                          <a:solidFill>
                            <a:srgbClr val="C6CFDF"/>
                          </a:solidFill>
                          <a:latin typeface="Arial"/>
                        </a:rPr>
                        <a:t>184</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900 s</a:t>
                      </a:r>
                    </a:p>
                  </a:txBody>
                  <a:tcPr marL="27432" marR="27432" marT="9144" marB="9144" anchor="ctr">
                    <a:lnB w="9525" cap="flat" cmpd="sng" algn="ctr">
                      <a:solidFill>
                        <a:srgbClr val="FFFFFF"/>
                      </a:solidFill>
                    </a:lnB>
                    <a:solidFill>
                      <a:srgbClr val="0F1727"/>
                    </a:solidFill>
                  </a:tcPr>
                </a:tc>
                <a:tc>
                  <a:txBody>
                    <a:bodyPr/>
                    <a:lstStyle/>
                    <a:p>
                      <a:pPr algn="ctr"/>
                      <a:r>
                        <a:rPr sz="1050" b="0">
                          <a:solidFill>
                            <a:srgbClr val="C6CFDF"/>
                          </a:solidFill>
                          <a:latin typeface="Arial"/>
                        </a:rPr>
                        <a:t>204</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900 s</a:t>
                      </a:r>
                    </a:p>
                  </a:txBody>
                  <a:tcPr marL="27432" marR="27432" marT="9144" marB="9144" anchor="ctr">
                    <a:lnB w="9525" cap="flat" cmpd="sng" algn="ctr">
                      <a:solidFill>
                        <a:srgbClr val="FFFFFF"/>
                      </a:solidFill>
                    </a:lnB>
                    <a:solidFill>
                      <a:srgbClr val="0F1727"/>
                    </a:solidFill>
                  </a:tcPr>
                </a:tc>
                <a:tc>
                  <a:txBody>
                    <a:bodyPr/>
                    <a:lstStyle/>
                    <a:p>
                      <a:pPr algn="ctr"/>
                      <a:r>
                        <a:rPr sz="1050" b="0">
                          <a:solidFill>
                            <a:srgbClr val="C6CFDF"/>
                          </a:solidFill>
                          <a:latin typeface="Arial"/>
                        </a:rPr>
                        <a:t>279</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300,2</a:t>
                      </a:r>
                    </a:p>
                  </a:txBody>
                  <a:tcPr marL="27432" marR="27432" marT="9144" marB="9144" anchor="ctr">
                    <a:lnB w="9525" cap="flat" cmpd="sng" algn="ctr">
                      <a:solidFill>
                        <a:srgbClr val="FFFFFF"/>
                      </a:solidFill>
                    </a:lnB>
                    <a:solidFill>
                      <a:srgbClr val="0F1727"/>
                    </a:solidFill>
                  </a:tcPr>
                </a:tc>
                <a:tc>
                  <a:txBody>
                    <a:bodyPr/>
                    <a:lstStyle/>
                    <a:p>
                      <a:pPr algn="ctr"/>
                      <a:r>
                        <a:rPr sz="1050" b="0">
                          <a:solidFill>
                            <a:srgbClr val="C6CFDF"/>
                          </a:solidFill>
                          <a:latin typeface="Arial"/>
                        </a:rPr>
                        <a:t>328</a:t>
                      </a:r>
                    </a:p>
                  </a:txBody>
                  <a:tcPr marL="27432" marR="27432" marT="9144" marB="9144" anchor="ctr">
                    <a:lnB w="9525" cap="flat" cmpd="sng" algn="ctr">
                      <a:solidFill>
                        <a:srgbClr val="FFFFFF"/>
                      </a:solidFill>
                    </a:lnB>
                    <a:solidFill>
                      <a:srgbClr val="0F1727"/>
                    </a:solidFill>
                  </a:tcPr>
                </a:tc>
                <a:tc>
                  <a:txBody>
                    <a:bodyPr/>
                    <a:lstStyle/>
                    <a:p>
                      <a:pPr algn="ctr"/>
                      <a:r>
                        <a:rPr sz="1050" b="0">
                          <a:solidFill>
                            <a:srgbClr val="C6CFDF"/>
                          </a:solidFill>
                          <a:latin typeface="Arial"/>
                        </a:rPr>
                        <a:t>900 s</a:t>
                      </a:r>
                    </a:p>
                  </a:txBody>
                  <a:tcPr marL="27432" marR="27432" marT="9144" marB="9144" anchor="ctr">
                    <a:lnB w="9525" cap="flat" cmpd="sng" algn="ctr">
                      <a:solidFill>
                        <a:srgbClr val="FFFFFF"/>
                      </a:solidFill>
                    </a:lnB>
                    <a:solidFill>
                      <a:srgbClr val="0F1727"/>
                    </a:solidFill>
                  </a:tcPr>
                </a:tc>
                <a:tc>
                  <a:txBody>
                    <a:bodyPr/>
                    <a:lstStyle/>
                    <a:p>
                      <a:pPr algn="ctr"/>
                      <a:r>
                        <a:rPr sz="1050" b="1">
                          <a:solidFill>
                            <a:srgbClr val="EAF0FA"/>
                          </a:solidFill>
                          <a:latin typeface="Arial"/>
                        </a:rPr>
                        <a:t>384</a:t>
                      </a:r>
                    </a:p>
                  </a:txBody>
                  <a:tcPr marL="27432" marR="27432" marT="9144" marB="9144" anchor="ctr">
                    <a:lnL w="22225" cap="flat" cmpd="sng" algn="ctr">
                      <a:solidFill>
                        <a:srgbClr val="FFFFFF"/>
                      </a:solidFill>
                    </a:lnL>
                    <a:lnB w="9525" cap="flat" cmpd="sng" algn="ctr">
                      <a:solidFill>
                        <a:srgbClr val="FFFFFF"/>
                      </a:solidFill>
                    </a:lnB>
                    <a:solidFill>
                      <a:srgbClr val="17493B"/>
                    </a:solidFill>
                  </a:tcPr>
                </a:tc>
                <a:tc>
                  <a:txBody>
                    <a:bodyPr/>
                    <a:lstStyle/>
                    <a:p>
                      <a:pPr algn="ctr"/>
                      <a:r>
                        <a:rPr sz="1050" b="1">
                          <a:solidFill>
                            <a:srgbClr val="EAF0FA"/>
                          </a:solidFill>
                          <a:latin typeface="Arial"/>
                        </a:rPr>
                        <a:t>387,4</a:t>
                      </a:r>
                    </a:p>
                  </a:txBody>
                  <a:tcPr marL="27432" marR="27432" marT="9144" marB="9144" anchor="ctr">
                    <a:lnB w="9525" cap="flat" cmpd="sng" algn="ctr">
                      <a:solidFill>
                        <a:srgbClr val="FFFFFF"/>
                      </a:solidFill>
                    </a:lnB>
                    <a:solidFill>
                      <a:srgbClr val="17493B"/>
                    </a:solidFill>
                  </a:tcPr>
                </a:tc>
                <a:tc>
                  <a:txBody>
                    <a:bodyPr/>
                    <a:lstStyle/>
                    <a:p>
                      <a:pPr algn="ctr"/>
                      <a:r>
                        <a:rPr sz="1050" b="1">
                          <a:solidFill>
                            <a:srgbClr val="EAF0FA"/>
                          </a:solidFill>
                          <a:latin typeface="Arial"/>
                        </a:rPr>
                        <a:t>395</a:t>
                      </a:r>
                    </a:p>
                  </a:txBody>
                  <a:tcPr marL="27432" marR="27432" marT="9144" marB="9144" anchor="ctr">
                    <a:lnB w="9525" cap="flat" cmpd="sng" algn="ctr">
                      <a:solidFill>
                        <a:srgbClr val="FFFFFF"/>
                      </a:solidFill>
                    </a:lnB>
                    <a:solidFill>
                      <a:srgbClr val="17493B"/>
                    </a:solidFill>
                  </a:tcPr>
                </a:tc>
                <a:tc>
                  <a:txBody>
                    <a:bodyPr/>
                    <a:lstStyle/>
                    <a:p>
                      <a:pPr algn="ctr"/>
                      <a:r>
                        <a:rPr sz="1050" b="1">
                          <a:solidFill>
                            <a:srgbClr val="EAF0FA"/>
                          </a:solidFill>
                          <a:latin typeface="Arial"/>
                        </a:rPr>
                        <a:t>900 s</a:t>
                      </a:r>
                    </a:p>
                  </a:txBody>
                  <a:tcPr marL="27432" marR="27432" marT="9144" marB="9144" anchor="ctr">
                    <a:lnR w="9525" cap="flat" cmpd="sng" algn="ctr">
                      <a:solidFill>
                        <a:srgbClr val="FFFFFF"/>
                      </a:solidFill>
                    </a:lnR>
                    <a:lnB w="9525" cap="flat" cmpd="sng" algn="ctr">
                      <a:solidFill>
                        <a:srgbClr val="FFFFFF"/>
                      </a:solidFill>
                    </a:lnB>
                    <a:solidFill>
                      <a:srgbClr val="17493B"/>
                    </a:solidFill>
                  </a:tcPr>
                </a:tc>
              </a:tr>
              <a:tr h="411480">
                <a:tc>
                  <a:txBody>
                    <a:bodyPr/>
                    <a:lstStyle/>
                    <a:p>
                      <a:pPr algn="l"/>
                      <a:r>
                        <a:rPr sz="1050" b="0">
                          <a:solidFill>
                            <a:srgbClr val="EAF0FA"/>
                          </a:solidFill>
                          <a:latin typeface="Arial"/>
                        </a:rPr>
                        <a:t>generated-5000</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5 000</a:t>
                      </a:r>
                    </a:p>
                  </a:txBody>
                  <a:tcPr marL="27432" marR="27432" marT="9144" marB="9144" anchor="ctr">
                    <a:lnB w="9525" cap="flat" cmpd="sng" algn="ctr">
                      <a:solidFill>
                        <a:srgbClr val="FFFFFF"/>
                      </a:solidFill>
                    </a:lnB>
                    <a:solidFill>
                      <a:srgbClr val="141D31"/>
                    </a:solidFill>
                  </a:tcPr>
                </a:tc>
                <a:tc>
                  <a:txBody>
                    <a:bodyPr/>
                    <a:lstStyle/>
                    <a:p>
                      <a:pPr algn="ctr"/>
                      <a:r>
                        <a:rPr sz="1050" b="0">
                          <a:solidFill>
                            <a:srgbClr val="C6CFDF"/>
                          </a:solidFill>
                          <a:latin typeface="Arial"/>
                        </a:rPr>
                        <a:t>1,3 mil.</a:t>
                      </a:r>
                    </a:p>
                  </a:txBody>
                  <a:tcPr marL="27432" marR="27432" marT="9144" marB="9144" anchor="ctr">
                    <a:lnB w="9525" cap="flat" cmpd="sng" algn="ctr">
                      <a:solidFill>
                        <a:srgbClr val="FFFFFF"/>
                      </a:solidFill>
                    </a:lnB>
                    <a:solidFill>
                      <a:srgbClr val="141D31"/>
                    </a:solidFill>
                  </a:tcPr>
                </a:tc>
                <a:tc>
                  <a:txBody>
                    <a:bodyPr/>
                    <a:lstStyle/>
                    <a:p>
                      <a:pPr algn="ctr"/>
                      <a:r>
                        <a:rPr sz="1050" b="0">
                          <a:solidFill>
                            <a:srgbClr val="C6CFDF"/>
                          </a:solidFill>
                          <a:latin typeface="Arial"/>
                        </a:rPr>
                        <a:t>≥ 1 600</a:t>
                      </a:r>
                    </a:p>
                  </a:txBody>
                  <a:tcPr marL="27432" marR="27432" marT="9144" marB="9144" anchor="ctr">
                    <a:lnB w="9525" cap="flat" cmpd="sng" algn="ctr">
                      <a:solidFill>
                        <a:srgbClr val="FFFFFF"/>
                      </a:solidFill>
                    </a:lnB>
                    <a:solidFill>
                      <a:srgbClr val="141D31"/>
                    </a:solidFill>
                  </a:tcPr>
                </a:tc>
                <a:tc>
                  <a:txBody>
                    <a:bodyPr/>
                    <a:lstStyle/>
                    <a:p>
                      <a:pPr algn="ctr"/>
                      <a:r>
                        <a:rPr sz="1050" b="0">
                          <a:solidFill>
                            <a:srgbClr val="C6CFDF"/>
                          </a:solidFill>
                          <a:latin typeface="Arial"/>
                        </a:rPr>
                        <a:t>51</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900 s</a:t>
                      </a:r>
                    </a:p>
                  </a:txBody>
                  <a:tcPr marL="27432" marR="27432" marT="9144" marB="9144" anchor="ctr">
                    <a:lnB w="9525" cap="flat" cmpd="sng" algn="ctr">
                      <a:solidFill>
                        <a:srgbClr val="FFFFFF"/>
                      </a:solidFill>
                    </a:lnB>
                    <a:solidFill>
                      <a:srgbClr val="141D31"/>
                    </a:solidFill>
                  </a:tcPr>
                </a:tc>
                <a:tc>
                  <a:txBody>
                    <a:bodyPr/>
                    <a:lstStyle/>
                    <a:p>
                      <a:pPr algn="ctr"/>
                      <a:r>
                        <a:rPr sz="1050" b="0">
                          <a:solidFill>
                            <a:srgbClr val="C6CFDF"/>
                          </a:solidFill>
                          <a:latin typeface="Arial"/>
                        </a:rPr>
                        <a:t>51</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900 s</a:t>
                      </a:r>
                    </a:p>
                  </a:txBody>
                  <a:tcPr marL="27432" marR="27432" marT="9144" marB="9144" anchor="ctr">
                    <a:lnB w="9525" cap="flat" cmpd="sng" algn="ctr">
                      <a:solidFill>
                        <a:srgbClr val="FFFFFF"/>
                      </a:solidFill>
                    </a:lnB>
                    <a:solidFill>
                      <a:srgbClr val="141D31"/>
                    </a:solidFill>
                  </a:tcPr>
                </a:tc>
                <a:tc>
                  <a:txBody>
                    <a:bodyPr/>
                    <a:lstStyle/>
                    <a:p>
                      <a:pPr algn="ctr"/>
                      <a:r>
                        <a:rPr sz="1050" b="0">
                          <a:solidFill>
                            <a:srgbClr val="C6CFDF"/>
                          </a:solidFill>
                          <a:latin typeface="Arial"/>
                        </a:rPr>
                        <a:t>313</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900 s</a:t>
                      </a:r>
                    </a:p>
                  </a:txBody>
                  <a:tcPr marL="27432" marR="27432" marT="9144" marB="9144" anchor="ctr">
                    <a:lnB w="9525" cap="flat" cmpd="sng" algn="ctr">
                      <a:solidFill>
                        <a:srgbClr val="FFFFFF"/>
                      </a:solidFill>
                    </a:lnB>
                    <a:solidFill>
                      <a:srgbClr val="141D31"/>
                    </a:solidFill>
                  </a:tcPr>
                </a:tc>
                <a:tc>
                  <a:txBody>
                    <a:bodyPr/>
                    <a:lstStyle/>
                    <a:p>
                      <a:pPr algn="ctr"/>
                      <a:r>
                        <a:rPr sz="1050" b="1">
                          <a:solidFill>
                            <a:srgbClr val="EAF0FA"/>
                          </a:solidFill>
                          <a:latin typeface="Arial"/>
                        </a:rPr>
                        <a:t>375</a:t>
                      </a:r>
                    </a:p>
                  </a:txBody>
                  <a:tcPr marL="27432" marR="27432" marT="9144" marB="9144" anchor="ctr">
                    <a:lnL w="22225" cap="flat" cmpd="sng" algn="ctr">
                      <a:solidFill>
                        <a:srgbClr val="FFFFFF"/>
                      </a:solidFill>
                    </a:lnL>
                    <a:lnB w="9525" cap="flat" cmpd="sng" algn="ctr">
                      <a:solidFill>
                        <a:srgbClr val="FFFFFF"/>
                      </a:solidFill>
                    </a:lnB>
                    <a:solidFill>
                      <a:srgbClr val="332B63"/>
                    </a:solidFill>
                  </a:tcPr>
                </a:tc>
                <a:tc>
                  <a:txBody>
                    <a:bodyPr/>
                    <a:lstStyle/>
                    <a:p>
                      <a:pPr algn="ctr"/>
                      <a:r>
                        <a:rPr sz="1050" b="1">
                          <a:solidFill>
                            <a:srgbClr val="EAF0FA"/>
                          </a:solidFill>
                          <a:latin typeface="Arial"/>
                        </a:rPr>
                        <a:t>386,8</a:t>
                      </a:r>
                    </a:p>
                  </a:txBody>
                  <a:tcPr marL="27432" marR="27432" marT="9144" marB="9144" anchor="ctr">
                    <a:lnB w="9525" cap="flat" cmpd="sng" algn="ctr">
                      <a:solidFill>
                        <a:srgbClr val="FFFFFF"/>
                      </a:solidFill>
                    </a:lnB>
                    <a:solidFill>
                      <a:srgbClr val="332B63"/>
                    </a:solidFill>
                  </a:tcPr>
                </a:tc>
                <a:tc>
                  <a:txBody>
                    <a:bodyPr/>
                    <a:lstStyle/>
                    <a:p>
                      <a:pPr algn="ctr"/>
                      <a:r>
                        <a:rPr sz="1050" b="1">
                          <a:solidFill>
                            <a:srgbClr val="EAF0FA"/>
                          </a:solidFill>
                          <a:latin typeface="Arial"/>
                        </a:rPr>
                        <a:t>395</a:t>
                      </a:r>
                    </a:p>
                  </a:txBody>
                  <a:tcPr marL="27432" marR="27432" marT="9144" marB="9144" anchor="ctr">
                    <a:lnB w="9525" cap="flat" cmpd="sng" algn="ctr">
                      <a:solidFill>
                        <a:srgbClr val="FFFFFF"/>
                      </a:solidFill>
                    </a:lnB>
                    <a:solidFill>
                      <a:srgbClr val="332B63"/>
                    </a:solidFill>
                  </a:tcPr>
                </a:tc>
                <a:tc>
                  <a:txBody>
                    <a:bodyPr/>
                    <a:lstStyle/>
                    <a:p>
                      <a:pPr algn="ctr"/>
                      <a:r>
                        <a:rPr sz="1050" b="1">
                          <a:solidFill>
                            <a:srgbClr val="EAF0FA"/>
                          </a:solidFill>
                          <a:latin typeface="Arial"/>
                        </a:rPr>
                        <a:t>900 s</a:t>
                      </a:r>
                    </a:p>
                  </a:txBody>
                  <a:tcPr marL="27432" marR="27432" marT="9144" marB="9144" anchor="ctr">
                    <a:lnB w="9525" cap="flat" cmpd="sng" algn="ctr">
                      <a:solidFill>
                        <a:srgbClr val="FFFFFF"/>
                      </a:solidFill>
                    </a:lnB>
                    <a:solidFill>
                      <a:srgbClr val="332B63"/>
                    </a:solidFill>
                  </a:tcPr>
                </a:tc>
                <a:tc>
                  <a:txBody>
                    <a:bodyPr/>
                    <a:lstStyle/>
                    <a:p>
                      <a:pPr algn="ctr"/>
                      <a:r>
                        <a:rPr sz="1050" b="0">
                          <a:solidFill>
                            <a:srgbClr val="C6CFDF"/>
                          </a:solidFill>
                          <a:latin typeface="Arial"/>
                        </a:rPr>
                        <a:t>334</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336,2</a:t>
                      </a:r>
                    </a:p>
                  </a:txBody>
                  <a:tcPr marL="27432" marR="27432" marT="9144" marB="9144" anchor="ctr">
                    <a:lnB w="9525" cap="flat" cmpd="sng" algn="ctr">
                      <a:solidFill>
                        <a:srgbClr val="FFFFFF"/>
                      </a:solidFill>
                    </a:lnB>
                    <a:solidFill>
                      <a:srgbClr val="141D31"/>
                    </a:solidFill>
                  </a:tcPr>
                </a:tc>
                <a:tc>
                  <a:txBody>
                    <a:bodyPr/>
                    <a:lstStyle/>
                    <a:p>
                      <a:pPr algn="ctr"/>
                      <a:r>
                        <a:rPr sz="1050" b="0">
                          <a:solidFill>
                            <a:srgbClr val="C6CFDF"/>
                          </a:solidFill>
                          <a:latin typeface="Arial"/>
                        </a:rPr>
                        <a:t>339</a:t>
                      </a:r>
                    </a:p>
                  </a:txBody>
                  <a:tcPr marL="27432" marR="27432" marT="9144" marB="9144" anchor="ctr">
                    <a:lnB w="9525" cap="flat" cmpd="sng" algn="ctr">
                      <a:solidFill>
                        <a:srgbClr val="FFFFFF"/>
                      </a:solidFill>
                    </a:lnB>
                    <a:solidFill>
                      <a:srgbClr val="141D31"/>
                    </a:solidFill>
                  </a:tcPr>
                </a:tc>
                <a:tc>
                  <a:txBody>
                    <a:bodyPr/>
                    <a:lstStyle/>
                    <a:p>
                      <a:pPr algn="ctr"/>
                      <a:r>
                        <a:rPr sz="1050" b="0">
                          <a:solidFill>
                            <a:srgbClr val="C6CFDF"/>
                          </a:solidFill>
                          <a:latin typeface="Arial"/>
                        </a:rPr>
                        <a:t>900 s</a:t>
                      </a:r>
                    </a:p>
                  </a:txBody>
                  <a:tcPr marL="27432" marR="27432" marT="9144" marB="9144" anchor="ctr">
                    <a:lnR w="9525" cap="flat" cmpd="sng" algn="ctr">
                      <a:solidFill>
                        <a:srgbClr val="FFFFFF"/>
                      </a:solidFill>
                    </a:lnR>
                    <a:lnB w="9525" cap="flat" cmpd="sng" algn="ctr">
                      <a:solidFill>
                        <a:srgbClr val="FFFFFF"/>
                      </a:solidFill>
                    </a:lnB>
                    <a:solidFill>
                      <a:srgbClr val="141D31"/>
                    </a:solidFill>
                  </a:tcPr>
                </a:tc>
              </a:tr>
            </a:tbl>
          </a:graphicData>
        </a:graphic>
      </p:graphicFrame>
      <p:sp>
        <p:nvSpPr>
          <p:cNvPr id="5" name="Rounded Rectangle 4"/>
          <p:cNvSpPr/>
          <p:nvPr/>
        </p:nvSpPr>
        <p:spPr>
          <a:xfrm>
            <a:off x="566928" y="5897880"/>
            <a:ext cx="11027664" cy="658368"/>
          </a:xfrm>
          <a:prstGeom prst="roundRect">
            <a:avLst>
              <a:gd name="adj" fmla="val 5500"/>
            </a:avLst>
          </a:prstGeom>
          <a:solidFill>
            <a:srgbClr val="161F33"/>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5998464"/>
            <a:ext cx="10424160" cy="457200"/>
          </a:xfrm>
          <a:prstGeom prst="rect">
            <a:avLst/>
          </a:prstGeom>
          <a:noFill/>
        </p:spPr>
        <p:txBody>
          <a:bodyPr wrap="square">
            <a:spAutoFit/>
          </a:bodyPr>
          <a:lstStyle/>
          <a:p>
            <a:pPr algn="ctr">
              <a:spcAft>
                <a:spcPts val="0"/>
              </a:spcAft>
              <a:buNone/>
            </a:pPr>
            <a:r>
              <a:rPr sz="1400" b="0" i="0">
                <a:solidFill>
                  <a:srgbClr val="C6CFDF"/>
                </a:solidFill>
                <a:latin typeface="Arial"/>
              </a:rPr>
              <a:t>Configurație: Java 21 + Graph4J, Gurobi pentru ILP, limită 15 min pe instanță, GA și ACO rulate de câte 5 ori</a:t>
            </a:r>
          </a:p>
        </p:txBody>
      </p:sp>
      <p:sp>
        <p:nvSpPr>
          <p:cNvPr id="7" name="TextBox 6"/>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Unde câștigă fiecare algoritm</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ezultate_mari.png"/>
          <p:cNvPicPr>
            <a:picLocks noChangeAspect="1"/>
          </p:cNvPicPr>
          <p:nvPr/>
        </p:nvPicPr>
        <p:blipFill>
          <a:blip r:embed="rId2"/>
          <a:stretch>
            <a:fillRect/>
          </a:stretch>
        </p:blipFill>
        <p:spPr>
          <a:xfrm>
            <a:off x="1709928" y="1051560"/>
            <a:ext cx="8778240" cy="3494888"/>
          </a:xfrm>
          <a:prstGeom prst="rect">
            <a:avLst/>
          </a:prstGeom>
        </p:spPr>
      </p:pic>
      <p:sp>
        <p:nvSpPr>
          <p:cNvPr id="5" name="Rounded Rectangle 4"/>
          <p:cNvSpPr/>
          <p:nvPr/>
        </p:nvSpPr>
        <p:spPr>
          <a:xfrm>
            <a:off x="566928" y="4709160"/>
            <a:ext cx="3566160" cy="1737360"/>
          </a:xfrm>
          <a:prstGeom prst="roundRect">
            <a:avLst>
              <a:gd name="adj" fmla="val 5500"/>
            </a:avLst>
          </a:prstGeom>
          <a:solidFill>
            <a:srgbClr val="161F33"/>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4709160"/>
            <a:ext cx="50800" cy="1737360"/>
          </a:xfrm>
          <a:prstGeom prst="rect">
            <a:avLst/>
          </a:prstGeom>
          <a:solidFill>
            <a:srgbClr val="5AA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846320"/>
            <a:ext cx="3246120" cy="1508760"/>
          </a:xfrm>
          <a:prstGeom prst="rect">
            <a:avLst/>
          </a:prstGeom>
          <a:noFill/>
        </p:spPr>
        <p:txBody>
          <a:bodyPr wrap="square">
            <a:spAutoFit/>
          </a:bodyPr>
          <a:lstStyle/>
          <a:p>
            <a:pPr algn="l">
              <a:spcAft>
                <a:spcPts val="400"/>
              </a:spcAft>
              <a:buNone/>
            </a:pPr>
            <a:r>
              <a:rPr sz="1450" b="1" i="0">
                <a:solidFill>
                  <a:srgbClr val="EAF0FA"/>
                </a:solidFill>
                <a:latin typeface="Arial"/>
              </a:rPr>
              <a:t>Grafuri mici (≤ 662 vârfuri)</a:t>
            </a:r>
          </a:p>
          <a:p>
            <a:pPr algn="l">
              <a:spcAft>
                <a:spcPts val="0"/>
              </a:spcAft>
              <a:buNone/>
            </a:pPr>
            <a:r>
              <a:rPr sz="1180" b="0" i="0">
                <a:solidFill>
                  <a:srgbClr val="C6CFDF"/>
                </a:solidFill>
                <a:latin typeface="Arial"/>
              </a:rPr>
              <a:t>Metodele exacte demonstrează optimul; ACO îl atinge de zeci de ori mai repede (494bus: 2,5 s față de 16,6 s, iar GA are nevoie de 562 s).</a:t>
            </a:r>
          </a:p>
        </p:txBody>
      </p:sp>
      <p:sp>
        <p:nvSpPr>
          <p:cNvPr id="8" name="Rounded Rectangle 7"/>
          <p:cNvSpPr/>
          <p:nvPr/>
        </p:nvSpPr>
        <p:spPr>
          <a:xfrm>
            <a:off x="4334256" y="4709160"/>
            <a:ext cx="3566160" cy="1737360"/>
          </a:xfrm>
          <a:prstGeom prst="roundRect">
            <a:avLst>
              <a:gd name="adj" fmla="val 5500"/>
            </a:avLst>
          </a:prstGeom>
          <a:solidFill>
            <a:srgbClr val="161F33"/>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34256" y="4709160"/>
            <a:ext cx="50800" cy="173736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5424" y="4846320"/>
            <a:ext cx="3246120" cy="1508760"/>
          </a:xfrm>
          <a:prstGeom prst="rect">
            <a:avLst/>
          </a:prstGeom>
          <a:noFill/>
        </p:spPr>
        <p:txBody>
          <a:bodyPr wrap="square">
            <a:spAutoFit/>
          </a:bodyPr>
          <a:lstStyle/>
          <a:p>
            <a:pPr algn="l">
              <a:spcAft>
                <a:spcPts val="400"/>
              </a:spcAft>
              <a:buNone/>
            </a:pPr>
            <a:r>
              <a:rPr sz="1450" b="1" i="0">
                <a:solidFill>
                  <a:srgbClr val="EAF0FA"/>
                </a:solidFill>
                <a:latin typeface="Arial"/>
              </a:rPr>
              <a:t>Grafuri mari și rare</a:t>
            </a:r>
          </a:p>
          <a:p>
            <a:pPr algn="l">
              <a:spcAft>
                <a:spcPts val="0"/>
              </a:spcAft>
              <a:buNone/>
            </a:pPr>
            <a:r>
              <a:rPr sz="1180" b="0" i="0">
                <a:solidFill>
                  <a:srgbClr val="C6CFDF"/>
                </a:solidFill>
                <a:latin typeface="Arial"/>
              </a:rPr>
              <a:t>ACO domină: yeast 395, cel mai bun rezultat cunoscut. Feromonul direcțional funcționează excelent pe grafuri rare.</a:t>
            </a:r>
          </a:p>
        </p:txBody>
      </p:sp>
      <p:sp>
        <p:nvSpPr>
          <p:cNvPr id="11" name="Rounded Rectangle 10"/>
          <p:cNvSpPr/>
          <p:nvPr/>
        </p:nvSpPr>
        <p:spPr>
          <a:xfrm>
            <a:off x="8101583" y="4709160"/>
            <a:ext cx="3566160" cy="1737360"/>
          </a:xfrm>
          <a:prstGeom prst="roundRect">
            <a:avLst>
              <a:gd name="adj" fmla="val 5500"/>
            </a:avLst>
          </a:prstGeom>
          <a:solidFill>
            <a:srgbClr val="161F33"/>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01583" y="4709160"/>
            <a:ext cx="50800" cy="173736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02752" y="4846320"/>
            <a:ext cx="3246120" cy="1508760"/>
          </a:xfrm>
          <a:prstGeom prst="rect">
            <a:avLst/>
          </a:prstGeom>
          <a:noFill/>
        </p:spPr>
        <p:txBody>
          <a:bodyPr wrap="square">
            <a:spAutoFit/>
          </a:bodyPr>
          <a:lstStyle/>
          <a:p>
            <a:pPr algn="l">
              <a:spcAft>
                <a:spcPts val="400"/>
              </a:spcAft>
              <a:buNone/>
            </a:pPr>
            <a:r>
              <a:rPr sz="1450" b="1" i="0">
                <a:solidFill>
                  <a:srgbClr val="EAF0FA"/>
                </a:solidFill>
                <a:latin typeface="Arial"/>
              </a:rPr>
              <a:t>Grafuri mari și dense</a:t>
            </a:r>
          </a:p>
          <a:p>
            <a:pPr algn="l">
              <a:spcAft>
                <a:spcPts val="0"/>
              </a:spcAft>
              <a:buNone/>
            </a:pPr>
            <a:r>
              <a:rPr sz="1180" b="0" i="0">
                <a:solidFill>
                  <a:srgbClr val="C6CFDF"/>
                </a:solidFill>
                <a:latin typeface="Arial"/>
              </a:rPr>
              <a:t>GA domină: gradul mare al vârfurilor diluează semnalul feromonului, dar încrucișarea pe populație face față.</a:t>
            </a:r>
          </a:p>
        </p:txBody>
      </p:sp>
      <p:sp>
        <p:nvSpPr>
          <p:cNvPr id="14" name="TextBox 13"/>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Demo interactiv</a:t>
            </a:r>
          </a:p>
          <a:p>
            <a:pPr algn="l">
              <a:spcAft>
                <a:spcPts val="0"/>
              </a:spcAft>
              <a:buNone/>
            </a:pPr>
            <a:r>
              <a:rPr sz="1400" b="0" i="0">
                <a:solidFill>
                  <a:srgbClr val="97A2B8"/>
                </a:solidFill>
                <a:latin typeface="Arial"/>
              </a:rPr>
              <a:t>aplicație web dezvoltată pentru această lucrare</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emo_full.png"/>
          <p:cNvPicPr>
            <a:picLocks noChangeAspect="1"/>
          </p:cNvPicPr>
          <p:nvPr/>
        </p:nvPicPr>
        <p:blipFill>
          <a:blip r:embed="rId2"/>
          <a:stretch>
            <a:fillRect/>
          </a:stretch>
        </p:blipFill>
        <p:spPr>
          <a:xfrm>
            <a:off x="1435608" y="1234440"/>
            <a:ext cx="9326880" cy="5246370"/>
          </a:xfrm>
          <a:prstGeom prst="rect">
            <a:avLst/>
          </a:prstGeom>
        </p:spPr>
      </p:pic>
      <p:sp>
        <p:nvSpPr>
          <p:cNvPr id="5" name="TextBox 4"/>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Concluzii</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10972800" cy="3566160"/>
          </a:xfrm>
          <a:prstGeom prst="rect">
            <a:avLst/>
          </a:prstGeom>
          <a:noFill/>
        </p:spPr>
        <p:txBody>
          <a:bodyPr wrap="square">
            <a:spAutoFit/>
          </a:bodyPr>
          <a:lstStyle/>
          <a:p>
            <a:pPr algn="l" indent="-137160" marL="137160">
              <a:spcAft>
                <a:spcPts val="1200"/>
              </a:spcAft>
              <a:buFont typeface="Arial"/>
              <a:buChar char="•"/>
            </a:pPr>
            <a:r>
              <a:rPr sz="1700" b="0" i="0">
                <a:solidFill>
                  <a:srgbClr val="C6CFDF"/>
                </a:solidFill>
                <a:latin typeface="Arial"/>
              </a:rPr>
              <a:t>Implementările existente (ILP, backtracking) nu scalează: peste câteva sute de vârfuri devin impracticabile.</a:t>
            </a:r>
          </a:p>
          <a:p>
            <a:pPr algn="l" indent="-137160" marL="137160">
              <a:spcAft>
                <a:spcPts val="1200"/>
              </a:spcAft>
              <a:buFont typeface="Arial"/>
              <a:buChar char="•"/>
            </a:pPr>
            <a:r>
              <a:rPr sz="1750" b="1" i="0">
                <a:solidFill>
                  <a:srgbClr val="EAF0FA"/>
                </a:solidFill>
                <a:latin typeface="Arial"/>
              </a:rPr>
              <a:t>Am propus primele metaeuristici pentru LIP: un ACO cu feromon direcțional și un algoritm genetic. Ambele scalează mult mai bine pe instanțe mari.</a:t>
            </a:r>
          </a:p>
          <a:p>
            <a:pPr algn="l" indent="-137160" marL="137160">
              <a:spcAft>
                <a:spcPts val="1200"/>
              </a:spcAft>
              <a:buFont typeface="Arial"/>
              <a:buChar char="•"/>
            </a:pPr>
            <a:r>
              <a:rPr sz="1700" b="0" i="0">
                <a:solidFill>
                  <a:srgbClr val="C6CFDF"/>
                </a:solidFill>
                <a:latin typeface="Arial"/>
              </a:rPr>
              <a:t>Cei doi algoritmi sunt complementari: ACO câștigă pe grafuri mari și rare (yeast: 395, cel mai bun rezultat cunoscut), GA pe grafuri mari și dense (395 față de 51 al metodelor exacte).</a:t>
            </a:r>
          </a:p>
          <a:p>
            <a:pPr algn="l" indent="-137160" marL="137160">
              <a:spcAft>
                <a:spcPts val="600"/>
              </a:spcAft>
              <a:buFont typeface="Arial"/>
              <a:buChar char="•"/>
            </a:pPr>
            <a:r>
              <a:rPr sz="1700" b="0" i="0">
                <a:solidFill>
                  <a:srgbClr val="C6CFDF"/>
                </a:solidFill>
                <a:latin typeface="Arial"/>
              </a:rPr>
              <a:t>Optim atins pe toate instanțele mici și medii, plus un generator de instanțe cu drum plantat pentru evaluare controlată.</a:t>
            </a:r>
          </a:p>
        </p:txBody>
      </p:sp>
      <p:sp>
        <p:nvSpPr>
          <p:cNvPr id="5" name="Rounded Rectangle 4"/>
          <p:cNvSpPr/>
          <p:nvPr/>
        </p:nvSpPr>
        <p:spPr>
          <a:xfrm>
            <a:off x="566928" y="4892040"/>
            <a:ext cx="11027664" cy="1051560"/>
          </a:xfrm>
          <a:prstGeom prst="roundRect">
            <a:avLst>
              <a:gd name="adj" fmla="val 5500"/>
            </a:avLst>
          </a:prstGeom>
          <a:solidFill>
            <a:srgbClr val="161F33"/>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5029200"/>
            <a:ext cx="10424160" cy="822960"/>
          </a:xfrm>
          <a:prstGeom prst="rect">
            <a:avLst/>
          </a:prstGeom>
          <a:noFill/>
        </p:spPr>
        <p:txBody>
          <a:bodyPr wrap="square">
            <a:spAutoFit/>
          </a:bodyPr>
          <a:lstStyle/>
          <a:p>
            <a:pPr algn="l">
              <a:spcAft>
                <a:spcPts val="400"/>
              </a:spcAft>
              <a:buNone/>
            </a:pPr>
            <a:r>
              <a:rPr sz="1400" b="1" i="0">
                <a:solidFill>
                  <a:srgbClr val="EAF0FA"/>
                </a:solidFill>
                <a:latin typeface="Arial"/>
              </a:rPr>
              <a:t>Direcții viitoare</a:t>
            </a:r>
          </a:p>
          <a:p>
            <a:pPr algn="l">
              <a:spcAft>
                <a:spcPts val="0"/>
              </a:spcAft>
              <a:buNone/>
            </a:pPr>
            <a:r>
              <a:rPr sz="1350" b="0" i="0">
                <a:solidFill>
                  <a:srgbClr val="C6CFDF"/>
                </a:solidFill>
                <a:latin typeface="Arial"/>
              </a:rPr>
              <a:t>hibridizare ACO + GA sau pornire din soluții ILP; selecție adaptivă a algoritmului după densitatea grafului; componentă memetică (căutare locală)</a:t>
            </a:r>
          </a:p>
        </p:txBody>
      </p:sp>
      <p:sp>
        <p:nvSpPr>
          <p:cNvPr id="7" name="TextBox 6"/>
          <p:cNvSpPr txBox="1"/>
          <p:nvPr/>
        </p:nvSpPr>
        <p:spPr>
          <a:xfrm>
            <a:off x="566928" y="6126480"/>
            <a:ext cx="10972800" cy="548640"/>
          </a:xfrm>
          <a:prstGeom prst="rect">
            <a:avLst/>
          </a:prstGeom>
          <a:noFill/>
        </p:spPr>
        <p:txBody>
          <a:bodyPr wrap="square">
            <a:spAutoFit/>
          </a:bodyPr>
          <a:lstStyle/>
          <a:p>
            <a:pPr algn="ctr">
              <a:spcAft>
                <a:spcPts val="0"/>
              </a:spcAft>
              <a:buNone/>
            </a:pPr>
            <a:r>
              <a:rPr sz="1800" b="1" i="0">
                <a:solidFill>
                  <a:srgbClr val="EAF0FA"/>
                </a:solidFill>
                <a:latin typeface="Arial"/>
              </a:rPr>
              <a:t>Vă mulțumesc! Întrebări?</a:t>
            </a:r>
          </a:p>
        </p:txBody>
      </p:sp>
      <p:sp>
        <p:nvSpPr>
          <p:cNvPr id="8" name="TextBox 7"/>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Backup: rezultate complete (Tabelul 3.1 din lucrare)</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1097280" y="1097280"/>
          <a:ext cx="9966960" cy="4960620"/>
        </p:xfrm>
        <a:graphic>
          <a:graphicData uri="http://schemas.openxmlformats.org/drawingml/2006/table">
            <a:tbl>
              <a:tblPr firstRow="1" bandRow="1">
                <a:tableStyleId>{5C22544A-7EE6-4342-B048-85BDC9FD1C3A}</a:tableStyleId>
              </a:tblPr>
              <a:tblGrid>
                <a:gridCol w="1920240"/>
                <a:gridCol w="868680"/>
                <a:gridCol w="1234440"/>
                <a:gridCol w="1005840"/>
                <a:gridCol w="914400"/>
                <a:gridCol w="914400"/>
                <a:gridCol w="1051560"/>
                <a:gridCol w="1005840"/>
                <a:gridCol w="1051560"/>
              </a:tblGrid>
              <a:tr h="274320">
                <a:tc>
                  <a:txBody>
                    <a:bodyPr/>
                    <a:lstStyle/>
                    <a:p>
                      <a:pPr algn="l"/>
                      <a:r>
                        <a:rPr sz="1050" b="1">
                          <a:solidFill>
                            <a:srgbClr val="EAF0FA"/>
                          </a:solidFill>
                          <a:latin typeface="Arial"/>
                        </a:rPr>
                        <a:t>Instanță</a:t>
                      </a:r>
                    </a:p>
                  </a:txBody>
                  <a:tcPr marL="54864" marR="27432" marT="9144" marB="9144" anchor="ctr">
                    <a:solidFill>
                      <a:srgbClr val="24304E"/>
                    </a:solidFill>
                  </a:tcPr>
                </a:tc>
                <a:tc>
                  <a:txBody>
                    <a:bodyPr/>
                    <a:lstStyle/>
                    <a:p>
                      <a:pPr algn="ctr"/>
                      <a:r>
                        <a:rPr sz="1050" b="1">
                          <a:solidFill>
                            <a:srgbClr val="EAF0FA"/>
                          </a:solidFill>
                          <a:latin typeface="Arial"/>
                        </a:rPr>
                        <a:t>|V|</a:t>
                      </a:r>
                    </a:p>
                  </a:txBody>
                  <a:tcPr marL="54864" marR="27432" marT="9144" marB="9144" anchor="ctr">
                    <a:solidFill>
                      <a:srgbClr val="24304E"/>
                    </a:solidFill>
                  </a:tcPr>
                </a:tc>
                <a:tc>
                  <a:txBody>
                    <a:bodyPr/>
                    <a:lstStyle/>
                    <a:p>
                      <a:pPr algn="ctr"/>
                      <a:r>
                        <a:rPr sz="1050" b="1">
                          <a:solidFill>
                            <a:srgbClr val="EAF0FA"/>
                          </a:solidFill>
                          <a:latin typeface="Arial"/>
                        </a:rPr>
                        <a:t>|E|</a:t>
                      </a:r>
                    </a:p>
                  </a:txBody>
                  <a:tcPr marL="54864" marR="27432" marT="9144" marB="9144" anchor="ctr">
                    <a:solidFill>
                      <a:srgbClr val="24304E"/>
                    </a:solidFill>
                  </a:tcPr>
                </a:tc>
                <a:tc>
                  <a:txBody>
                    <a:bodyPr/>
                    <a:lstStyle/>
                    <a:p>
                      <a:pPr algn="ctr"/>
                      <a:r>
                        <a:rPr sz="1050" b="1">
                          <a:solidFill>
                            <a:srgbClr val="EAF0FA"/>
                          </a:solidFill>
                          <a:latin typeface="Arial"/>
                        </a:rPr>
                        <a:t>OPT</a:t>
                      </a:r>
                    </a:p>
                  </a:txBody>
                  <a:tcPr marL="54864" marR="27432" marT="9144" marB="9144" anchor="ctr">
                    <a:solidFill>
                      <a:srgbClr val="24304E"/>
                    </a:solidFill>
                  </a:tcPr>
                </a:tc>
                <a:tc>
                  <a:txBody>
                    <a:bodyPr/>
                    <a:lstStyle/>
                    <a:p>
                      <a:pPr algn="ctr"/>
                      <a:r>
                        <a:rPr sz="1050" b="1">
                          <a:solidFill>
                            <a:srgbClr val="EAF0FA"/>
                          </a:solidFill>
                          <a:latin typeface="Arial"/>
                        </a:rPr>
                        <a:t>CEC</a:t>
                      </a:r>
                    </a:p>
                  </a:txBody>
                  <a:tcPr marL="54864" marR="27432" marT="9144" marB="9144" anchor="ctr">
                    <a:solidFill>
                      <a:srgbClr val="24304E"/>
                    </a:solidFill>
                  </a:tcPr>
                </a:tc>
                <a:tc>
                  <a:txBody>
                    <a:bodyPr/>
                    <a:lstStyle/>
                    <a:p>
                      <a:pPr algn="ctr"/>
                      <a:r>
                        <a:rPr sz="1050" b="1">
                          <a:solidFill>
                            <a:srgbClr val="EAF0FA"/>
                          </a:solidFill>
                          <a:latin typeface="Arial"/>
                        </a:rPr>
                        <a:t>CUT</a:t>
                      </a:r>
                    </a:p>
                  </a:txBody>
                  <a:tcPr marL="54864" marR="27432" marT="9144" marB="9144" anchor="ctr">
                    <a:solidFill>
                      <a:srgbClr val="24304E"/>
                    </a:solidFill>
                  </a:tcPr>
                </a:tc>
                <a:tc>
                  <a:txBody>
                    <a:bodyPr/>
                    <a:lstStyle/>
                    <a:p>
                      <a:pPr algn="ctr"/>
                      <a:r>
                        <a:rPr sz="1050" b="1">
                          <a:solidFill>
                            <a:srgbClr val="EAF0FA"/>
                          </a:solidFill>
                          <a:latin typeface="Arial"/>
                        </a:rPr>
                        <a:t>HLIPP</a:t>
                      </a:r>
                    </a:p>
                  </a:txBody>
                  <a:tcPr marL="54864" marR="27432" marT="9144" marB="9144" anchor="ctr">
                    <a:solidFill>
                      <a:srgbClr val="24304E"/>
                    </a:solidFill>
                  </a:tcPr>
                </a:tc>
                <a:tc>
                  <a:txBody>
                    <a:bodyPr/>
                    <a:lstStyle/>
                    <a:p>
                      <a:pPr algn="ctr"/>
                      <a:r>
                        <a:rPr sz="1050" b="1">
                          <a:solidFill>
                            <a:srgbClr val="EAF0FA"/>
                          </a:solidFill>
                          <a:latin typeface="Arial"/>
                        </a:rPr>
                        <a:t>GA*</a:t>
                      </a:r>
                    </a:p>
                  </a:txBody>
                  <a:tcPr marL="54864" marR="27432" marT="9144" marB="9144" anchor="ctr">
                    <a:solidFill>
                      <a:srgbClr val="24304E"/>
                    </a:solidFill>
                  </a:tcPr>
                </a:tc>
                <a:tc>
                  <a:txBody>
                    <a:bodyPr/>
                    <a:lstStyle/>
                    <a:p>
                      <a:pPr algn="ctr"/>
                      <a:r>
                        <a:rPr sz="1050" b="1">
                          <a:solidFill>
                            <a:srgbClr val="EAF0FA"/>
                          </a:solidFill>
                          <a:latin typeface="Arial"/>
                        </a:rPr>
                        <a:t>ACO*</a:t>
                      </a:r>
                    </a:p>
                  </a:txBody>
                  <a:tcPr marL="54864" marR="27432" marT="9144" marB="9144" anchor="ctr">
                    <a:solidFill>
                      <a:srgbClr val="24304E"/>
                    </a:solidFill>
                  </a:tcPr>
                </a:tc>
              </a:tr>
              <a:tr h="187452">
                <a:tc>
                  <a:txBody>
                    <a:bodyPr/>
                    <a:lstStyle/>
                    <a:p>
                      <a:pPr algn="l"/>
                      <a:r>
                        <a:rPr sz="1000">
                          <a:solidFill>
                            <a:srgbClr val="EAF0FA"/>
                          </a:solidFill>
                          <a:latin typeface="Arial"/>
                        </a:rPr>
                        <a:t>high-tech</a:t>
                      </a:r>
                    </a:p>
                  </a:txBody>
                  <a:tcPr marL="54864" marR="27432" marT="9144" marB="9144" anchor="ctr">
                    <a:solidFill>
                      <a:srgbClr val="0F1727"/>
                    </a:solidFill>
                  </a:tcPr>
                </a:tc>
                <a:tc>
                  <a:txBody>
                    <a:bodyPr/>
                    <a:lstStyle/>
                    <a:p>
                      <a:pPr algn="ctr"/>
                      <a:r>
                        <a:rPr sz="1000">
                          <a:solidFill>
                            <a:srgbClr val="C6CFDF"/>
                          </a:solidFill>
                          <a:latin typeface="Arial"/>
                        </a:rPr>
                        <a:t>33</a:t>
                      </a:r>
                    </a:p>
                  </a:txBody>
                  <a:tcPr marL="54864" marR="27432" marT="9144" marB="9144" anchor="ctr">
                    <a:solidFill>
                      <a:srgbClr val="0F1727"/>
                    </a:solidFill>
                  </a:tcPr>
                </a:tc>
                <a:tc>
                  <a:txBody>
                    <a:bodyPr/>
                    <a:lstStyle/>
                    <a:p>
                      <a:pPr algn="ctr"/>
                      <a:r>
                        <a:rPr sz="1000">
                          <a:solidFill>
                            <a:srgbClr val="C6CFDF"/>
                          </a:solidFill>
                          <a:latin typeface="Arial"/>
                        </a:rPr>
                        <a:t>91</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r>
              <a:tr h="187452">
                <a:tc>
                  <a:txBody>
                    <a:bodyPr/>
                    <a:lstStyle/>
                    <a:p>
                      <a:pPr algn="l"/>
                      <a:r>
                        <a:rPr sz="1000">
                          <a:solidFill>
                            <a:srgbClr val="EAF0FA"/>
                          </a:solidFill>
                          <a:latin typeface="Arial"/>
                        </a:rPr>
                        <a:t>karate</a:t>
                      </a:r>
                    </a:p>
                  </a:txBody>
                  <a:tcPr marL="54864" marR="27432" marT="9144" marB="9144" anchor="ctr">
                    <a:solidFill>
                      <a:srgbClr val="141D31"/>
                    </a:solidFill>
                  </a:tcPr>
                </a:tc>
                <a:tc>
                  <a:txBody>
                    <a:bodyPr/>
                    <a:lstStyle/>
                    <a:p>
                      <a:pPr algn="ctr"/>
                      <a:r>
                        <a:rPr sz="1000">
                          <a:solidFill>
                            <a:srgbClr val="C6CFDF"/>
                          </a:solidFill>
                          <a:latin typeface="Arial"/>
                        </a:rPr>
                        <a:t>34</a:t>
                      </a:r>
                    </a:p>
                  </a:txBody>
                  <a:tcPr marL="54864" marR="27432" marT="9144" marB="9144" anchor="ctr">
                    <a:solidFill>
                      <a:srgbClr val="141D31"/>
                    </a:solidFill>
                  </a:tcPr>
                </a:tc>
                <a:tc>
                  <a:txBody>
                    <a:bodyPr/>
                    <a:lstStyle/>
                    <a:p>
                      <a:pPr algn="ctr"/>
                      <a:r>
                        <a:rPr sz="1000">
                          <a:solidFill>
                            <a:srgbClr val="C6CFDF"/>
                          </a:solidFill>
                          <a:latin typeface="Arial"/>
                        </a:rPr>
                        <a:t>78</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r>
              <a:tr h="187452">
                <a:tc>
                  <a:txBody>
                    <a:bodyPr/>
                    <a:lstStyle/>
                    <a:p>
                      <a:pPr algn="l"/>
                      <a:r>
                        <a:rPr sz="1000">
                          <a:solidFill>
                            <a:srgbClr val="EAF0FA"/>
                          </a:solidFill>
                          <a:latin typeface="Arial"/>
                        </a:rPr>
                        <a:t>mexican</a:t>
                      </a:r>
                    </a:p>
                  </a:txBody>
                  <a:tcPr marL="54864" marR="27432" marT="9144" marB="9144" anchor="ctr">
                    <a:solidFill>
                      <a:srgbClr val="0F1727"/>
                    </a:solidFill>
                  </a:tcPr>
                </a:tc>
                <a:tc>
                  <a:txBody>
                    <a:bodyPr/>
                    <a:lstStyle/>
                    <a:p>
                      <a:pPr algn="ctr"/>
                      <a:r>
                        <a:rPr sz="1000">
                          <a:solidFill>
                            <a:srgbClr val="C6CFDF"/>
                          </a:solidFill>
                          <a:latin typeface="Arial"/>
                        </a:rPr>
                        <a:t>35</a:t>
                      </a:r>
                    </a:p>
                  </a:txBody>
                  <a:tcPr marL="54864" marR="27432" marT="9144" marB="9144" anchor="ctr">
                    <a:solidFill>
                      <a:srgbClr val="0F1727"/>
                    </a:solidFill>
                  </a:tcPr>
                </a:tc>
                <a:tc>
                  <a:txBody>
                    <a:bodyPr/>
                    <a:lstStyle/>
                    <a:p>
                      <a:pPr algn="ctr"/>
                      <a:r>
                        <a:rPr sz="1000">
                          <a:solidFill>
                            <a:srgbClr val="C6CFDF"/>
                          </a:solidFill>
                          <a:latin typeface="Arial"/>
                        </a:rPr>
                        <a:t>117</a:t>
                      </a:r>
                    </a:p>
                  </a:txBody>
                  <a:tcPr marL="54864" marR="27432" marT="9144" marB="9144" anchor="ctr">
                    <a:solidFill>
                      <a:srgbClr val="0F1727"/>
                    </a:solidFill>
                  </a:tcPr>
                </a:tc>
                <a:tc>
                  <a:txBody>
                    <a:bodyPr/>
                    <a:lstStyle/>
                    <a:p>
                      <a:pPr algn="ctr"/>
                      <a:r>
                        <a:rPr sz="1000">
                          <a:solidFill>
                            <a:srgbClr val="C6CFDF"/>
                          </a:solidFill>
                          <a:latin typeface="Arial"/>
                        </a:rPr>
                        <a:t>16</a:t>
                      </a:r>
                    </a:p>
                  </a:txBody>
                  <a:tcPr marL="54864" marR="27432" marT="9144" marB="9144" anchor="ctr">
                    <a:solidFill>
                      <a:srgbClr val="0F1727"/>
                    </a:solidFill>
                  </a:tcPr>
                </a:tc>
                <a:tc>
                  <a:txBody>
                    <a:bodyPr/>
                    <a:lstStyle/>
                    <a:p>
                      <a:pPr algn="ctr"/>
                      <a:r>
                        <a:rPr sz="1000">
                          <a:solidFill>
                            <a:srgbClr val="C6CFDF"/>
                          </a:solidFill>
                          <a:latin typeface="Arial"/>
                        </a:rPr>
                        <a:t>16</a:t>
                      </a:r>
                    </a:p>
                  </a:txBody>
                  <a:tcPr marL="54864" marR="27432" marT="9144" marB="9144" anchor="ctr">
                    <a:solidFill>
                      <a:srgbClr val="0F1727"/>
                    </a:solidFill>
                  </a:tcPr>
                </a:tc>
                <a:tc>
                  <a:txBody>
                    <a:bodyPr/>
                    <a:lstStyle/>
                    <a:p>
                      <a:pPr algn="ctr"/>
                      <a:r>
                        <a:rPr sz="1000">
                          <a:solidFill>
                            <a:srgbClr val="C6CFDF"/>
                          </a:solidFill>
                          <a:latin typeface="Arial"/>
                        </a:rPr>
                        <a:t>16</a:t>
                      </a:r>
                    </a:p>
                  </a:txBody>
                  <a:tcPr marL="54864" marR="27432" marT="9144" marB="9144" anchor="ctr">
                    <a:solidFill>
                      <a:srgbClr val="0F1727"/>
                    </a:solidFill>
                  </a:tcPr>
                </a:tc>
                <a:tc>
                  <a:txBody>
                    <a:bodyPr/>
                    <a:lstStyle/>
                    <a:p>
                      <a:pPr algn="ctr"/>
                      <a:r>
                        <a:rPr sz="1000">
                          <a:solidFill>
                            <a:srgbClr val="C6CFDF"/>
                          </a:solidFill>
                          <a:latin typeface="Arial"/>
                        </a:rPr>
                        <a:t>16</a:t>
                      </a:r>
                    </a:p>
                  </a:txBody>
                  <a:tcPr marL="54864" marR="27432" marT="9144" marB="9144" anchor="ctr">
                    <a:solidFill>
                      <a:srgbClr val="0F1727"/>
                    </a:solidFill>
                  </a:tcPr>
                </a:tc>
                <a:tc>
                  <a:txBody>
                    <a:bodyPr/>
                    <a:lstStyle/>
                    <a:p>
                      <a:pPr algn="ctr"/>
                      <a:r>
                        <a:rPr sz="1000">
                          <a:solidFill>
                            <a:srgbClr val="C6CFDF"/>
                          </a:solidFill>
                          <a:latin typeface="Arial"/>
                        </a:rPr>
                        <a:t>16</a:t>
                      </a:r>
                    </a:p>
                  </a:txBody>
                  <a:tcPr marL="54864" marR="27432" marT="9144" marB="9144" anchor="ctr">
                    <a:solidFill>
                      <a:srgbClr val="0F1727"/>
                    </a:solidFill>
                  </a:tcPr>
                </a:tc>
                <a:tc>
                  <a:txBody>
                    <a:bodyPr/>
                    <a:lstStyle/>
                    <a:p>
                      <a:pPr algn="ctr"/>
                      <a:r>
                        <a:rPr sz="1000">
                          <a:solidFill>
                            <a:srgbClr val="C6CFDF"/>
                          </a:solidFill>
                          <a:latin typeface="Arial"/>
                        </a:rPr>
                        <a:t>16</a:t>
                      </a:r>
                    </a:p>
                  </a:txBody>
                  <a:tcPr marL="54864" marR="27432" marT="9144" marB="9144" anchor="ctr">
                    <a:solidFill>
                      <a:srgbClr val="0F1727"/>
                    </a:solidFill>
                  </a:tcPr>
                </a:tc>
              </a:tr>
              <a:tr h="187452">
                <a:tc>
                  <a:txBody>
                    <a:bodyPr/>
                    <a:lstStyle/>
                    <a:p>
                      <a:pPr algn="l"/>
                      <a:r>
                        <a:rPr sz="1000">
                          <a:solidFill>
                            <a:srgbClr val="EAF0FA"/>
                          </a:solidFill>
                          <a:latin typeface="Arial"/>
                        </a:rPr>
                        <a:t>sawmill</a:t>
                      </a:r>
                    </a:p>
                  </a:txBody>
                  <a:tcPr marL="54864" marR="27432" marT="9144" marB="9144" anchor="ctr">
                    <a:solidFill>
                      <a:srgbClr val="141D31"/>
                    </a:solidFill>
                  </a:tcPr>
                </a:tc>
                <a:tc>
                  <a:txBody>
                    <a:bodyPr/>
                    <a:lstStyle/>
                    <a:p>
                      <a:pPr algn="ctr"/>
                      <a:r>
                        <a:rPr sz="1000">
                          <a:solidFill>
                            <a:srgbClr val="C6CFDF"/>
                          </a:solidFill>
                          <a:latin typeface="Arial"/>
                        </a:rPr>
                        <a:t>36</a:t>
                      </a:r>
                    </a:p>
                  </a:txBody>
                  <a:tcPr marL="54864" marR="27432" marT="9144" marB="9144" anchor="ctr">
                    <a:solidFill>
                      <a:srgbClr val="141D31"/>
                    </a:solidFill>
                  </a:tcPr>
                </a:tc>
                <a:tc>
                  <a:txBody>
                    <a:bodyPr/>
                    <a:lstStyle/>
                    <a:p>
                      <a:pPr algn="ctr"/>
                      <a:r>
                        <a:rPr sz="1000">
                          <a:solidFill>
                            <a:srgbClr val="C6CFDF"/>
                          </a:solidFill>
                          <a:latin typeface="Arial"/>
                        </a:rPr>
                        <a:t>62</a:t>
                      </a:r>
                    </a:p>
                  </a:txBody>
                  <a:tcPr marL="54864" marR="27432" marT="9144" marB="9144" anchor="ctr">
                    <a:solidFill>
                      <a:srgbClr val="141D31"/>
                    </a:solidFill>
                  </a:tcPr>
                </a:tc>
                <a:tc>
                  <a:txBody>
                    <a:bodyPr/>
                    <a:lstStyle/>
                    <a:p>
                      <a:pPr algn="ctr"/>
                      <a:r>
                        <a:rPr sz="1000">
                          <a:solidFill>
                            <a:srgbClr val="C6CFDF"/>
                          </a:solidFill>
                          <a:latin typeface="Arial"/>
                        </a:rPr>
                        <a:t>18</a:t>
                      </a:r>
                    </a:p>
                  </a:txBody>
                  <a:tcPr marL="54864" marR="27432" marT="9144" marB="9144" anchor="ctr">
                    <a:solidFill>
                      <a:srgbClr val="141D31"/>
                    </a:solidFill>
                  </a:tcPr>
                </a:tc>
                <a:tc>
                  <a:txBody>
                    <a:bodyPr/>
                    <a:lstStyle/>
                    <a:p>
                      <a:pPr algn="ctr"/>
                      <a:r>
                        <a:rPr sz="1000">
                          <a:solidFill>
                            <a:srgbClr val="C6CFDF"/>
                          </a:solidFill>
                          <a:latin typeface="Arial"/>
                        </a:rPr>
                        <a:t>18</a:t>
                      </a:r>
                    </a:p>
                  </a:txBody>
                  <a:tcPr marL="54864" marR="27432" marT="9144" marB="9144" anchor="ctr">
                    <a:solidFill>
                      <a:srgbClr val="141D31"/>
                    </a:solidFill>
                  </a:tcPr>
                </a:tc>
                <a:tc>
                  <a:txBody>
                    <a:bodyPr/>
                    <a:lstStyle/>
                    <a:p>
                      <a:pPr algn="ctr"/>
                      <a:r>
                        <a:rPr sz="1000">
                          <a:solidFill>
                            <a:srgbClr val="C6CFDF"/>
                          </a:solidFill>
                          <a:latin typeface="Arial"/>
                        </a:rPr>
                        <a:t>18</a:t>
                      </a:r>
                    </a:p>
                  </a:txBody>
                  <a:tcPr marL="54864" marR="27432" marT="9144" marB="9144" anchor="ctr">
                    <a:solidFill>
                      <a:srgbClr val="141D31"/>
                    </a:solidFill>
                  </a:tcPr>
                </a:tc>
                <a:tc>
                  <a:txBody>
                    <a:bodyPr/>
                    <a:lstStyle/>
                    <a:p>
                      <a:pPr algn="ctr"/>
                      <a:r>
                        <a:rPr sz="1000">
                          <a:solidFill>
                            <a:srgbClr val="C6CFDF"/>
                          </a:solidFill>
                          <a:latin typeface="Arial"/>
                        </a:rPr>
                        <a:t>18</a:t>
                      </a:r>
                    </a:p>
                  </a:txBody>
                  <a:tcPr marL="54864" marR="27432" marT="9144" marB="9144" anchor="ctr">
                    <a:solidFill>
                      <a:srgbClr val="141D31"/>
                    </a:solidFill>
                  </a:tcPr>
                </a:tc>
                <a:tc>
                  <a:txBody>
                    <a:bodyPr/>
                    <a:lstStyle/>
                    <a:p>
                      <a:pPr algn="ctr"/>
                      <a:r>
                        <a:rPr sz="1000">
                          <a:solidFill>
                            <a:srgbClr val="C6CFDF"/>
                          </a:solidFill>
                          <a:latin typeface="Arial"/>
                        </a:rPr>
                        <a:t>18</a:t>
                      </a:r>
                    </a:p>
                  </a:txBody>
                  <a:tcPr marL="54864" marR="27432" marT="9144" marB="9144" anchor="ctr">
                    <a:solidFill>
                      <a:srgbClr val="141D31"/>
                    </a:solidFill>
                  </a:tcPr>
                </a:tc>
                <a:tc>
                  <a:txBody>
                    <a:bodyPr/>
                    <a:lstStyle/>
                    <a:p>
                      <a:pPr algn="ctr"/>
                      <a:r>
                        <a:rPr sz="1000">
                          <a:solidFill>
                            <a:srgbClr val="C6CFDF"/>
                          </a:solidFill>
                          <a:latin typeface="Arial"/>
                        </a:rPr>
                        <a:t>18</a:t>
                      </a:r>
                    </a:p>
                  </a:txBody>
                  <a:tcPr marL="54864" marR="27432" marT="9144" marB="9144" anchor="ctr">
                    <a:solidFill>
                      <a:srgbClr val="141D31"/>
                    </a:solidFill>
                  </a:tcPr>
                </a:tc>
              </a:tr>
              <a:tr h="187452">
                <a:tc>
                  <a:txBody>
                    <a:bodyPr/>
                    <a:lstStyle/>
                    <a:p>
                      <a:pPr algn="l"/>
                      <a:r>
                        <a:rPr sz="1000">
                          <a:solidFill>
                            <a:srgbClr val="EAF0FA"/>
                          </a:solidFill>
                          <a:latin typeface="Arial"/>
                        </a:rPr>
                        <a:t>tailorS1</a:t>
                      </a:r>
                    </a:p>
                  </a:txBody>
                  <a:tcPr marL="54864" marR="27432" marT="9144" marB="9144" anchor="ctr">
                    <a:solidFill>
                      <a:srgbClr val="0F1727"/>
                    </a:solidFill>
                  </a:tcPr>
                </a:tc>
                <a:tc>
                  <a:txBody>
                    <a:bodyPr/>
                    <a:lstStyle/>
                    <a:p>
                      <a:pPr algn="ctr"/>
                      <a:r>
                        <a:rPr sz="1000">
                          <a:solidFill>
                            <a:srgbClr val="C6CFDF"/>
                          </a:solidFill>
                          <a:latin typeface="Arial"/>
                        </a:rPr>
                        <a:t>39</a:t>
                      </a:r>
                    </a:p>
                  </a:txBody>
                  <a:tcPr marL="54864" marR="27432" marT="9144" marB="9144" anchor="ctr">
                    <a:solidFill>
                      <a:srgbClr val="0F1727"/>
                    </a:solidFill>
                  </a:tcPr>
                </a:tc>
                <a:tc>
                  <a:txBody>
                    <a:bodyPr/>
                    <a:lstStyle/>
                    <a:p>
                      <a:pPr algn="ctr"/>
                      <a:r>
                        <a:rPr sz="1000">
                          <a:solidFill>
                            <a:srgbClr val="C6CFDF"/>
                          </a:solidFill>
                          <a:latin typeface="Arial"/>
                        </a:rPr>
                        <a:t>158</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r>
              <a:tr h="187452">
                <a:tc>
                  <a:txBody>
                    <a:bodyPr/>
                    <a:lstStyle/>
                    <a:p>
                      <a:pPr algn="l"/>
                      <a:r>
                        <a:rPr sz="1000">
                          <a:solidFill>
                            <a:srgbClr val="EAF0FA"/>
                          </a:solidFill>
                          <a:latin typeface="Arial"/>
                        </a:rPr>
                        <a:t>chesapeake</a:t>
                      </a:r>
                    </a:p>
                  </a:txBody>
                  <a:tcPr marL="54864" marR="27432" marT="9144" marB="9144" anchor="ctr">
                    <a:solidFill>
                      <a:srgbClr val="141D31"/>
                    </a:solidFill>
                  </a:tcPr>
                </a:tc>
                <a:tc>
                  <a:txBody>
                    <a:bodyPr/>
                    <a:lstStyle/>
                    <a:p>
                      <a:pPr algn="ctr"/>
                      <a:r>
                        <a:rPr sz="1000">
                          <a:solidFill>
                            <a:srgbClr val="C6CFDF"/>
                          </a:solidFill>
                          <a:latin typeface="Arial"/>
                        </a:rPr>
                        <a:t>39</a:t>
                      </a:r>
                    </a:p>
                  </a:txBody>
                  <a:tcPr marL="54864" marR="27432" marT="9144" marB="9144" anchor="ctr">
                    <a:solidFill>
                      <a:srgbClr val="141D31"/>
                    </a:solidFill>
                  </a:tcPr>
                </a:tc>
                <a:tc>
                  <a:txBody>
                    <a:bodyPr/>
                    <a:lstStyle/>
                    <a:p>
                      <a:pPr algn="ctr"/>
                      <a:r>
                        <a:rPr sz="1000">
                          <a:solidFill>
                            <a:srgbClr val="C6CFDF"/>
                          </a:solidFill>
                          <a:latin typeface="Arial"/>
                        </a:rPr>
                        <a:t>170</a:t>
                      </a:r>
                    </a:p>
                  </a:txBody>
                  <a:tcPr marL="54864" marR="27432" marT="9144" marB="9144" anchor="ctr">
                    <a:solidFill>
                      <a:srgbClr val="141D31"/>
                    </a:solidFill>
                  </a:tcPr>
                </a:tc>
                <a:tc>
                  <a:txBody>
                    <a:bodyPr/>
                    <a:lstStyle/>
                    <a:p>
                      <a:pPr algn="ctr"/>
                      <a:r>
                        <a:rPr sz="1000">
                          <a:solidFill>
                            <a:srgbClr val="C6CFDF"/>
                          </a:solidFill>
                          <a:latin typeface="Arial"/>
                        </a:rPr>
                        <a:t>16</a:t>
                      </a:r>
                    </a:p>
                  </a:txBody>
                  <a:tcPr marL="54864" marR="27432" marT="9144" marB="9144" anchor="ctr">
                    <a:solidFill>
                      <a:srgbClr val="141D31"/>
                    </a:solidFill>
                  </a:tcPr>
                </a:tc>
                <a:tc>
                  <a:txBody>
                    <a:bodyPr/>
                    <a:lstStyle/>
                    <a:p>
                      <a:pPr algn="ctr"/>
                      <a:r>
                        <a:rPr sz="1000">
                          <a:solidFill>
                            <a:srgbClr val="C6CFDF"/>
                          </a:solidFill>
                          <a:latin typeface="Arial"/>
                        </a:rPr>
                        <a:t>16</a:t>
                      </a:r>
                    </a:p>
                  </a:txBody>
                  <a:tcPr marL="54864" marR="27432" marT="9144" marB="9144" anchor="ctr">
                    <a:solidFill>
                      <a:srgbClr val="141D31"/>
                    </a:solidFill>
                  </a:tcPr>
                </a:tc>
                <a:tc>
                  <a:txBody>
                    <a:bodyPr/>
                    <a:lstStyle/>
                    <a:p>
                      <a:pPr algn="ctr"/>
                      <a:r>
                        <a:rPr sz="1000">
                          <a:solidFill>
                            <a:srgbClr val="C6CFDF"/>
                          </a:solidFill>
                          <a:latin typeface="Arial"/>
                        </a:rPr>
                        <a:t>16</a:t>
                      </a:r>
                    </a:p>
                  </a:txBody>
                  <a:tcPr marL="54864" marR="27432" marT="9144" marB="9144" anchor="ctr">
                    <a:solidFill>
                      <a:srgbClr val="141D31"/>
                    </a:solidFill>
                  </a:tcPr>
                </a:tc>
                <a:tc>
                  <a:txBody>
                    <a:bodyPr/>
                    <a:lstStyle/>
                    <a:p>
                      <a:pPr algn="ctr"/>
                      <a:r>
                        <a:rPr sz="1000">
                          <a:solidFill>
                            <a:srgbClr val="C6CFDF"/>
                          </a:solidFill>
                          <a:latin typeface="Arial"/>
                        </a:rPr>
                        <a:t>16</a:t>
                      </a:r>
                    </a:p>
                  </a:txBody>
                  <a:tcPr marL="54864" marR="27432" marT="9144" marB="9144" anchor="ctr">
                    <a:solidFill>
                      <a:srgbClr val="141D31"/>
                    </a:solidFill>
                  </a:tcPr>
                </a:tc>
                <a:tc>
                  <a:txBody>
                    <a:bodyPr/>
                    <a:lstStyle/>
                    <a:p>
                      <a:pPr algn="ctr"/>
                      <a:r>
                        <a:rPr sz="1000">
                          <a:solidFill>
                            <a:srgbClr val="C6CFDF"/>
                          </a:solidFill>
                          <a:latin typeface="Arial"/>
                        </a:rPr>
                        <a:t>16</a:t>
                      </a:r>
                    </a:p>
                  </a:txBody>
                  <a:tcPr marL="54864" marR="27432" marT="9144" marB="9144" anchor="ctr">
                    <a:solidFill>
                      <a:srgbClr val="141D31"/>
                    </a:solidFill>
                  </a:tcPr>
                </a:tc>
                <a:tc>
                  <a:txBody>
                    <a:bodyPr/>
                    <a:lstStyle/>
                    <a:p>
                      <a:pPr algn="ctr"/>
                      <a:r>
                        <a:rPr sz="1000">
                          <a:solidFill>
                            <a:srgbClr val="C6CFDF"/>
                          </a:solidFill>
                          <a:latin typeface="Arial"/>
                        </a:rPr>
                        <a:t>16</a:t>
                      </a:r>
                    </a:p>
                  </a:txBody>
                  <a:tcPr marL="54864" marR="27432" marT="9144" marB="9144" anchor="ctr">
                    <a:solidFill>
                      <a:srgbClr val="141D31"/>
                    </a:solidFill>
                  </a:tcPr>
                </a:tc>
              </a:tr>
              <a:tr h="187452">
                <a:tc>
                  <a:txBody>
                    <a:bodyPr/>
                    <a:lstStyle/>
                    <a:p>
                      <a:pPr algn="l"/>
                      <a:r>
                        <a:rPr sz="1000">
                          <a:solidFill>
                            <a:srgbClr val="EAF0FA"/>
                          </a:solidFill>
                          <a:latin typeface="Arial"/>
                        </a:rPr>
                        <a:t>tailorS2</a:t>
                      </a:r>
                    </a:p>
                  </a:txBody>
                  <a:tcPr marL="54864" marR="27432" marT="9144" marB="9144" anchor="ctr">
                    <a:solidFill>
                      <a:srgbClr val="0F1727"/>
                    </a:solidFill>
                  </a:tcPr>
                </a:tc>
                <a:tc>
                  <a:txBody>
                    <a:bodyPr/>
                    <a:lstStyle/>
                    <a:p>
                      <a:pPr algn="ctr"/>
                      <a:r>
                        <a:rPr sz="1000">
                          <a:solidFill>
                            <a:srgbClr val="C6CFDF"/>
                          </a:solidFill>
                          <a:latin typeface="Arial"/>
                        </a:rPr>
                        <a:t>39</a:t>
                      </a:r>
                    </a:p>
                  </a:txBody>
                  <a:tcPr marL="54864" marR="27432" marT="9144" marB="9144" anchor="ctr">
                    <a:solidFill>
                      <a:srgbClr val="0F1727"/>
                    </a:solidFill>
                  </a:tcPr>
                </a:tc>
                <a:tc>
                  <a:txBody>
                    <a:bodyPr/>
                    <a:lstStyle/>
                    <a:p>
                      <a:pPr algn="ctr"/>
                      <a:r>
                        <a:rPr sz="1000">
                          <a:solidFill>
                            <a:srgbClr val="C6CFDF"/>
                          </a:solidFill>
                          <a:latin typeface="Arial"/>
                        </a:rPr>
                        <a:t>223</a:t>
                      </a:r>
                    </a:p>
                  </a:txBody>
                  <a:tcPr marL="54864" marR="27432" marT="9144" marB="9144" anchor="ctr">
                    <a:solidFill>
                      <a:srgbClr val="0F1727"/>
                    </a:solidFill>
                  </a:tcPr>
                </a:tc>
                <a:tc>
                  <a:txBody>
                    <a:bodyPr/>
                    <a:lstStyle/>
                    <a:p>
                      <a:pPr algn="ctr"/>
                      <a:r>
                        <a:rPr sz="1000">
                          <a:solidFill>
                            <a:srgbClr val="C6CFDF"/>
                          </a:solidFill>
                          <a:latin typeface="Arial"/>
                        </a:rPr>
                        <a:t>15</a:t>
                      </a:r>
                    </a:p>
                  </a:txBody>
                  <a:tcPr marL="54864" marR="27432" marT="9144" marB="9144" anchor="ctr">
                    <a:solidFill>
                      <a:srgbClr val="0F1727"/>
                    </a:solidFill>
                  </a:tcPr>
                </a:tc>
                <a:tc>
                  <a:txBody>
                    <a:bodyPr/>
                    <a:lstStyle/>
                    <a:p>
                      <a:pPr algn="ctr"/>
                      <a:r>
                        <a:rPr sz="1000">
                          <a:solidFill>
                            <a:srgbClr val="C6CFDF"/>
                          </a:solidFill>
                          <a:latin typeface="Arial"/>
                        </a:rPr>
                        <a:t>15</a:t>
                      </a:r>
                    </a:p>
                  </a:txBody>
                  <a:tcPr marL="54864" marR="27432" marT="9144" marB="9144" anchor="ctr">
                    <a:solidFill>
                      <a:srgbClr val="0F1727"/>
                    </a:solidFill>
                  </a:tcPr>
                </a:tc>
                <a:tc>
                  <a:txBody>
                    <a:bodyPr/>
                    <a:lstStyle/>
                    <a:p>
                      <a:pPr algn="ctr"/>
                      <a:r>
                        <a:rPr sz="1000">
                          <a:solidFill>
                            <a:srgbClr val="C6CFDF"/>
                          </a:solidFill>
                          <a:latin typeface="Arial"/>
                        </a:rPr>
                        <a:t>15</a:t>
                      </a:r>
                    </a:p>
                  </a:txBody>
                  <a:tcPr marL="54864" marR="27432" marT="9144" marB="9144" anchor="ctr">
                    <a:solidFill>
                      <a:srgbClr val="0F1727"/>
                    </a:solidFill>
                  </a:tcPr>
                </a:tc>
                <a:tc>
                  <a:txBody>
                    <a:bodyPr/>
                    <a:lstStyle/>
                    <a:p>
                      <a:pPr algn="ctr"/>
                      <a:r>
                        <a:rPr sz="1000">
                          <a:solidFill>
                            <a:srgbClr val="C6CFDF"/>
                          </a:solidFill>
                          <a:latin typeface="Arial"/>
                        </a:rPr>
                        <a:t>15</a:t>
                      </a:r>
                    </a:p>
                  </a:txBody>
                  <a:tcPr marL="54864" marR="27432" marT="9144" marB="9144" anchor="ctr">
                    <a:solidFill>
                      <a:srgbClr val="0F1727"/>
                    </a:solidFill>
                  </a:tcPr>
                </a:tc>
                <a:tc>
                  <a:txBody>
                    <a:bodyPr/>
                    <a:lstStyle/>
                    <a:p>
                      <a:pPr algn="ctr"/>
                      <a:r>
                        <a:rPr sz="1000">
                          <a:solidFill>
                            <a:srgbClr val="C6CFDF"/>
                          </a:solidFill>
                          <a:latin typeface="Arial"/>
                        </a:rPr>
                        <a:t>15</a:t>
                      </a:r>
                    </a:p>
                  </a:txBody>
                  <a:tcPr marL="54864" marR="27432" marT="9144" marB="9144" anchor="ctr">
                    <a:solidFill>
                      <a:srgbClr val="0F1727"/>
                    </a:solidFill>
                  </a:tcPr>
                </a:tc>
                <a:tc>
                  <a:txBody>
                    <a:bodyPr/>
                    <a:lstStyle/>
                    <a:p>
                      <a:pPr algn="ctr"/>
                      <a:r>
                        <a:rPr sz="1000">
                          <a:solidFill>
                            <a:srgbClr val="C6CFDF"/>
                          </a:solidFill>
                          <a:latin typeface="Arial"/>
                        </a:rPr>
                        <a:t>15</a:t>
                      </a:r>
                    </a:p>
                  </a:txBody>
                  <a:tcPr marL="54864" marR="27432" marT="9144" marB="9144" anchor="ctr">
                    <a:solidFill>
                      <a:srgbClr val="0F1727"/>
                    </a:solidFill>
                  </a:tcPr>
                </a:tc>
              </a:tr>
              <a:tr h="187452">
                <a:tc>
                  <a:txBody>
                    <a:bodyPr/>
                    <a:lstStyle/>
                    <a:p>
                      <a:pPr algn="l"/>
                      <a:r>
                        <a:rPr sz="1000">
                          <a:solidFill>
                            <a:srgbClr val="EAF0FA"/>
                          </a:solidFill>
                          <a:latin typeface="Arial"/>
                        </a:rPr>
                        <a:t>romeo &amp; juliet</a:t>
                      </a:r>
                    </a:p>
                  </a:txBody>
                  <a:tcPr marL="54864" marR="27432" marT="9144" marB="9144" anchor="ctr">
                    <a:solidFill>
                      <a:srgbClr val="141D31"/>
                    </a:solidFill>
                  </a:tcPr>
                </a:tc>
                <a:tc>
                  <a:txBody>
                    <a:bodyPr/>
                    <a:lstStyle/>
                    <a:p>
                      <a:pPr algn="ctr"/>
                      <a:r>
                        <a:rPr sz="1000">
                          <a:solidFill>
                            <a:srgbClr val="C6CFDF"/>
                          </a:solidFill>
                          <a:latin typeface="Arial"/>
                        </a:rPr>
                        <a:t>41</a:t>
                      </a:r>
                    </a:p>
                  </a:txBody>
                  <a:tcPr marL="54864" marR="27432" marT="9144" marB="9144" anchor="ctr">
                    <a:solidFill>
                      <a:srgbClr val="141D31"/>
                    </a:solidFill>
                  </a:tcPr>
                </a:tc>
                <a:tc>
                  <a:txBody>
                    <a:bodyPr/>
                    <a:lstStyle/>
                    <a:p>
                      <a:pPr algn="ctr"/>
                      <a:r>
                        <a:rPr sz="1000">
                          <a:solidFill>
                            <a:srgbClr val="C6CFDF"/>
                          </a:solidFill>
                          <a:latin typeface="Arial"/>
                        </a:rPr>
                        <a:t>120</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r>
              <a:tr h="187452">
                <a:tc>
                  <a:txBody>
                    <a:bodyPr/>
                    <a:lstStyle/>
                    <a:p>
                      <a:pPr algn="l"/>
                      <a:r>
                        <a:rPr sz="1000">
                          <a:solidFill>
                            <a:srgbClr val="EAF0FA"/>
                          </a:solidFill>
                          <a:latin typeface="Arial"/>
                        </a:rPr>
                        <a:t>die hard</a:t>
                      </a:r>
                    </a:p>
                  </a:txBody>
                  <a:tcPr marL="54864" marR="27432" marT="9144" marB="9144" anchor="ctr">
                    <a:solidFill>
                      <a:srgbClr val="0F1727"/>
                    </a:solidFill>
                  </a:tcPr>
                </a:tc>
                <a:tc>
                  <a:txBody>
                    <a:bodyPr/>
                    <a:lstStyle/>
                    <a:p>
                      <a:pPr algn="ctr"/>
                      <a:r>
                        <a:rPr sz="1000">
                          <a:solidFill>
                            <a:srgbClr val="C6CFDF"/>
                          </a:solidFill>
                          <a:latin typeface="Arial"/>
                        </a:rPr>
                        <a:t>47</a:t>
                      </a:r>
                    </a:p>
                  </a:txBody>
                  <a:tcPr marL="54864" marR="27432" marT="9144" marB="9144" anchor="ctr">
                    <a:solidFill>
                      <a:srgbClr val="0F1727"/>
                    </a:solidFill>
                  </a:tcPr>
                </a:tc>
                <a:tc>
                  <a:txBody>
                    <a:bodyPr/>
                    <a:lstStyle/>
                    <a:p>
                      <a:pPr algn="ctr"/>
                      <a:r>
                        <a:rPr sz="1000">
                          <a:solidFill>
                            <a:srgbClr val="C6CFDF"/>
                          </a:solidFill>
                          <a:latin typeface="Arial"/>
                        </a:rPr>
                        <a:t>237</a:t>
                      </a:r>
                    </a:p>
                  </a:txBody>
                  <a:tcPr marL="54864" marR="27432" marT="9144" marB="9144" anchor="ctr">
                    <a:solidFill>
                      <a:srgbClr val="0F1727"/>
                    </a:solidFill>
                  </a:tcPr>
                </a:tc>
                <a:tc>
                  <a:txBody>
                    <a:bodyPr/>
                    <a:lstStyle/>
                    <a:p>
                      <a:pPr algn="ctr"/>
                      <a:r>
                        <a:rPr sz="1000">
                          <a:solidFill>
                            <a:srgbClr val="C6CFDF"/>
                          </a:solidFill>
                          <a:latin typeface="Arial"/>
                        </a:rPr>
                        <a:t>10</a:t>
                      </a:r>
                    </a:p>
                  </a:txBody>
                  <a:tcPr marL="54864" marR="27432" marT="9144" marB="9144" anchor="ctr">
                    <a:solidFill>
                      <a:srgbClr val="0F1727"/>
                    </a:solidFill>
                  </a:tcPr>
                </a:tc>
                <a:tc>
                  <a:txBody>
                    <a:bodyPr/>
                    <a:lstStyle/>
                    <a:p>
                      <a:pPr algn="ctr"/>
                      <a:r>
                        <a:rPr sz="1000">
                          <a:solidFill>
                            <a:srgbClr val="C6CFDF"/>
                          </a:solidFill>
                          <a:latin typeface="Arial"/>
                        </a:rPr>
                        <a:t>10</a:t>
                      </a:r>
                    </a:p>
                  </a:txBody>
                  <a:tcPr marL="54864" marR="27432" marT="9144" marB="9144" anchor="ctr">
                    <a:solidFill>
                      <a:srgbClr val="0F1727"/>
                    </a:solidFill>
                  </a:tcPr>
                </a:tc>
                <a:tc>
                  <a:txBody>
                    <a:bodyPr/>
                    <a:lstStyle/>
                    <a:p>
                      <a:pPr algn="ctr"/>
                      <a:r>
                        <a:rPr sz="1000">
                          <a:solidFill>
                            <a:srgbClr val="C6CFDF"/>
                          </a:solidFill>
                          <a:latin typeface="Arial"/>
                        </a:rPr>
                        <a:t>10</a:t>
                      </a:r>
                    </a:p>
                  </a:txBody>
                  <a:tcPr marL="54864" marR="27432" marT="9144" marB="9144" anchor="ctr">
                    <a:solidFill>
                      <a:srgbClr val="0F1727"/>
                    </a:solidFill>
                  </a:tcPr>
                </a:tc>
                <a:tc>
                  <a:txBody>
                    <a:bodyPr/>
                    <a:lstStyle/>
                    <a:p>
                      <a:pPr algn="ctr"/>
                      <a:r>
                        <a:rPr sz="1000">
                          <a:solidFill>
                            <a:srgbClr val="C6CFDF"/>
                          </a:solidFill>
                          <a:latin typeface="Arial"/>
                        </a:rPr>
                        <a:t>10</a:t>
                      </a:r>
                    </a:p>
                  </a:txBody>
                  <a:tcPr marL="54864" marR="27432" marT="9144" marB="9144" anchor="ctr">
                    <a:solidFill>
                      <a:srgbClr val="0F1727"/>
                    </a:solidFill>
                  </a:tcPr>
                </a:tc>
                <a:tc>
                  <a:txBody>
                    <a:bodyPr/>
                    <a:lstStyle/>
                    <a:p>
                      <a:pPr algn="ctr"/>
                      <a:r>
                        <a:rPr sz="1000">
                          <a:solidFill>
                            <a:srgbClr val="C6CFDF"/>
                          </a:solidFill>
                          <a:latin typeface="Arial"/>
                        </a:rPr>
                        <a:t>10</a:t>
                      </a:r>
                    </a:p>
                  </a:txBody>
                  <a:tcPr marL="54864" marR="27432" marT="9144" marB="9144" anchor="ctr">
                    <a:solidFill>
                      <a:srgbClr val="0F1727"/>
                    </a:solidFill>
                  </a:tcPr>
                </a:tc>
                <a:tc>
                  <a:txBody>
                    <a:bodyPr/>
                    <a:lstStyle/>
                    <a:p>
                      <a:pPr algn="ctr"/>
                      <a:r>
                        <a:rPr sz="1000">
                          <a:solidFill>
                            <a:srgbClr val="C6CFDF"/>
                          </a:solidFill>
                          <a:latin typeface="Arial"/>
                        </a:rPr>
                        <a:t>10</a:t>
                      </a:r>
                    </a:p>
                  </a:txBody>
                  <a:tcPr marL="54864" marR="27432" marT="9144" marB="9144" anchor="ctr">
                    <a:solidFill>
                      <a:srgbClr val="0F1727"/>
                    </a:solidFill>
                  </a:tcPr>
                </a:tc>
              </a:tr>
              <a:tr h="187452">
                <a:tc>
                  <a:txBody>
                    <a:bodyPr/>
                    <a:lstStyle/>
                    <a:p>
                      <a:pPr algn="l"/>
                      <a:r>
                        <a:rPr sz="1000">
                          <a:solidFill>
                            <a:srgbClr val="EAF0FA"/>
                          </a:solidFill>
                          <a:latin typeface="Arial"/>
                        </a:rPr>
                        <a:t>attiro</a:t>
                      </a:r>
                    </a:p>
                  </a:txBody>
                  <a:tcPr marL="54864" marR="27432" marT="9144" marB="9144" anchor="ctr">
                    <a:solidFill>
                      <a:srgbClr val="141D31"/>
                    </a:solidFill>
                  </a:tcPr>
                </a:tc>
                <a:tc>
                  <a:txBody>
                    <a:bodyPr/>
                    <a:lstStyle/>
                    <a:p>
                      <a:pPr algn="ctr"/>
                      <a:r>
                        <a:rPr sz="1000">
                          <a:solidFill>
                            <a:srgbClr val="C6CFDF"/>
                          </a:solidFill>
                          <a:latin typeface="Arial"/>
                        </a:rPr>
                        <a:t>59</a:t>
                      </a:r>
                    </a:p>
                  </a:txBody>
                  <a:tcPr marL="54864" marR="27432" marT="9144" marB="9144" anchor="ctr">
                    <a:solidFill>
                      <a:srgbClr val="141D31"/>
                    </a:solidFill>
                  </a:tcPr>
                </a:tc>
                <a:tc>
                  <a:txBody>
                    <a:bodyPr/>
                    <a:lstStyle/>
                    <a:p>
                      <a:pPr algn="ctr"/>
                      <a:r>
                        <a:rPr sz="1000">
                          <a:solidFill>
                            <a:srgbClr val="C6CFDF"/>
                          </a:solidFill>
                          <a:latin typeface="Arial"/>
                        </a:rPr>
                        <a:t>128</a:t>
                      </a:r>
                    </a:p>
                  </a:txBody>
                  <a:tcPr marL="54864" marR="27432" marT="9144" marB="9144" anchor="ctr">
                    <a:solidFill>
                      <a:srgbClr val="141D31"/>
                    </a:solidFill>
                  </a:tcPr>
                </a:tc>
                <a:tc>
                  <a:txBody>
                    <a:bodyPr/>
                    <a:lstStyle/>
                    <a:p>
                      <a:pPr algn="ctr"/>
                      <a:r>
                        <a:rPr sz="1000">
                          <a:solidFill>
                            <a:srgbClr val="C6CFDF"/>
                          </a:solidFill>
                          <a:latin typeface="Arial"/>
                        </a:rPr>
                        <a:t>31</a:t>
                      </a:r>
                    </a:p>
                  </a:txBody>
                  <a:tcPr marL="54864" marR="27432" marT="9144" marB="9144" anchor="ctr">
                    <a:solidFill>
                      <a:srgbClr val="141D31"/>
                    </a:solidFill>
                  </a:tcPr>
                </a:tc>
                <a:tc>
                  <a:txBody>
                    <a:bodyPr/>
                    <a:lstStyle/>
                    <a:p>
                      <a:pPr algn="ctr"/>
                      <a:r>
                        <a:rPr sz="1000">
                          <a:solidFill>
                            <a:srgbClr val="C6CFDF"/>
                          </a:solidFill>
                          <a:latin typeface="Arial"/>
                        </a:rPr>
                        <a:t>31</a:t>
                      </a:r>
                    </a:p>
                  </a:txBody>
                  <a:tcPr marL="54864" marR="27432" marT="9144" marB="9144" anchor="ctr">
                    <a:solidFill>
                      <a:srgbClr val="141D31"/>
                    </a:solidFill>
                  </a:tcPr>
                </a:tc>
                <a:tc>
                  <a:txBody>
                    <a:bodyPr/>
                    <a:lstStyle/>
                    <a:p>
                      <a:pPr algn="ctr"/>
                      <a:r>
                        <a:rPr sz="1000">
                          <a:solidFill>
                            <a:srgbClr val="C6CFDF"/>
                          </a:solidFill>
                          <a:latin typeface="Arial"/>
                        </a:rPr>
                        <a:t>31</a:t>
                      </a:r>
                    </a:p>
                  </a:txBody>
                  <a:tcPr marL="54864" marR="27432" marT="9144" marB="9144" anchor="ctr">
                    <a:solidFill>
                      <a:srgbClr val="141D31"/>
                    </a:solidFill>
                  </a:tcPr>
                </a:tc>
                <a:tc>
                  <a:txBody>
                    <a:bodyPr/>
                    <a:lstStyle/>
                    <a:p>
                      <a:pPr algn="ctr"/>
                      <a:r>
                        <a:rPr sz="1000">
                          <a:solidFill>
                            <a:srgbClr val="C6CFDF"/>
                          </a:solidFill>
                          <a:latin typeface="Arial"/>
                        </a:rPr>
                        <a:t>30</a:t>
                      </a:r>
                    </a:p>
                  </a:txBody>
                  <a:tcPr marL="54864" marR="27432" marT="9144" marB="9144" anchor="ctr">
                    <a:solidFill>
                      <a:srgbClr val="141D31"/>
                    </a:solidFill>
                  </a:tcPr>
                </a:tc>
                <a:tc>
                  <a:txBody>
                    <a:bodyPr/>
                    <a:lstStyle/>
                    <a:p>
                      <a:pPr algn="ctr"/>
                      <a:r>
                        <a:rPr sz="1000">
                          <a:solidFill>
                            <a:srgbClr val="C6CFDF"/>
                          </a:solidFill>
                          <a:latin typeface="Arial"/>
                        </a:rPr>
                        <a:t>31</a:t>
                      </a:r>
                    </a:p>
                  </a:txBody>
                  <a:tcPr marL="54864" marR="27432" marT="9144" marB="9144" anchor="ctr">
                    <a:solidFill>
                      <a:srgbClr val="141D31"/>
                    </a:solidFill>
                  </a:tcPr>
                </a:tc>
                <a:tc>
                  <a:txBody>
                    <a:bodyPr/>
                    <a:lstStyle/>
                    <a:p>
                      <a:pPr algn="ctr"/>
                      <a:r>
                        <a:rPr sz="1000">
                          <a:solidFill>
                            <a:srgbClr val="C6CFDF"/>
                          </a:solidFill>
                          <a:latin typeface="Arial"/>
                        </a:rPr>
                        <a:t>31</a:t>
                      </a:r>
                    </a:p>
                  </a:txBody>
                  <a:tcPr marL="54864" marR="27432" marT="9144" marB="9144" anchor="ctr">
                    <a:solidFill>
                      <a:srgbClr val="141D31"/>
                    </a:solidFill>
                  </a:tcPr>
                </a:tc>
              </a:tr>
              <a:tr h="187452">
                <a:tc>
                  <a:txBody>
                    <a:bodyPr/>
                    <a:lstStyle/>
                    <a:p>
                      <a:pPr algn="l"/>
                      <a:r>
                        <a:rPr sz="1000">
                          <a:solidFill>
                            <a:srgbClr val="EAF0FA"/>
                          </a:solidFill>
                          <a:latin typeface="Arial"/>
                        </a:rPr>
                        <a:t>krebs</a:t>
                      </a:r>
                    </a:p>
                  </a:txBody>
                  <a:tcPr marL="54864" marR="27432" marT="9144" marB="9144" anchor="ctr">
                    <a:solidFill>
                      <a:srgbClr val="0F1727"/>
                    </a:solidFill>
                  </a:tcPr>
                </a:tc>
                <a:tc>
                  <a:txBody>
                    <a:bodyPr/>
                    <a:lstStyle/>
                    <a:p>
                      <a:pPr algn="ctr"/>
                      <a:r>
                        <a:rPr sz="1000">
                          <a:solidFill>
                            <a:srgbClr val="C6CFDF"/>
                          </a:solidFill>
                          <a:latin typeface="Arial"/>
                        </a:rPr>
                        <a:t>62</a:t>
                      </a:r>
                    </a:p>
                  </a:txBody>
                  <a:tcPr marL="54864" marR="27432" marT="9144" marB="9144" anchor="ctr">
                    <a:solidFill>
                      <a:srgbClr val="0F1727"/>
                    </a:solidFill>
                  </a:tcPr>
                </a:tc>
                <a:tc>
                  <a:txBody>
                    <a:bodyPr/>
                    <a:lstStyle/>
                    <a:p>
                      <a:pPr algn="ctr"/>
                      <a:r>
                        <a:rPr sz="1000">
                          <a:solidFill>
                            <a:srgbClr val="C6CFDF"/>
                          </a:solidFill>
                          <a:latin typeface="Arial"/>
                        </a:rPr>
                        <a:t>153</a:t>
                      </a:r>
                    </a:p>
                  </a:txBody>
                  <a:tcPr marL="54864" marR="27432" marT="9144" marB="9144" anchor="ctr">
                    <a:solidFill>
                      <a:srgbClr val="0F1727"/>
                    </a:solidFill>
                  </a:tcPr>
                </a:tc>
                <a:tc>
                  <a:txBody>
                    <a:bodyPr/>
                    <a:lstStyle/>
                    <a:p>
                      <a:pPr algn="ctr"/>
                      <a:r>
                        <a:rPr sz="1000">
                          <a:solidFill>
                            <a:srgbClr val="C6CFDF"/>
                          </a:solidFill>
                          <a:latin typeface="Arial"/>
                        </a:rPr>
                        <a:t>17</a:t>
                      </a:r>
                    </a:p>
                  </a:txBody>
                  <a:tcPr marL="54864" marR="27432" marT="9144" marB="9144" anchor="ctr">
                    <a:solidFill>
                      <a:srgbClr val="0F1727"/>
                    </a:solidFill>
                  </a:tcPr>
                </a:tc>
                <a:tc>
                  <a:txBody>
                    <a:bodyPr/>
                    <a:lstStyle/>
                    <a:p>
                      <a:pPr algn="ctr"/>
                      <a:r>
                        <a:rPr sz="1000">
                          <a:solidFill>
                            <a:srgbClr val="C6CFDF"/>
                          </a:solidFill>
                          <a:latin typeface="Arial"/>
                        </a:rPr>
                        <a:t>17</a:t>
                      </a:r>
                    </a:p>
                  </a:txBody>
                  <a:tcPr marL="54864" marR="27432" marT="9144" marB="9144" anchor="ctr">
                    <a:solidFill>
                      <a:srgbClr val="0F1727"/>
                    </a:solidFill>
                  </a:tcPr>
                </a:tc>
                <a:tc>
                  <a:txBody>
                    <a:bodyPr/>
                    <a:lstStyle/>
                    <a:p>
                      <a:pPr algn="ctr"/>
                      <a:r>
                        <a:rPr sz="1000">
                          <a:solidFill>
                            <a:srgbClr val="C6CFDF"/>
                          </a:solidFill>
                          <a:latin typeface="Arial"/>
                        </a:rPr>
                        <a:t>17</a:t>
                      </a:r>
                    </a:p>
                  </a:txBody>
                  <a:tcPr marL="54864" marR="27432" marT="9144" marB="9144" anchor="ctr">
                    <a:solidFill>
                      <a:srgbClr val="0F1727"/>
                    </a:solidFill>
                  </a:tcPr>
                </a:tc>
                <a:tc>
                  <a:txBody>
                    <a:bodyPr/>
                    <a:lstStyle/>
                    <a:p>
                      <a:pPr algn="ctr"/>
                      <a:r>
                        <a:rPr sz="1000">
                          <a:solidFill>
                            <a:srgbClr val="C6CFDF"/>
                          </a:solidFill>
                          <a:latin typeface="Arial"/>
                        </a:rPr>
                        <a:t>17</a:t>
                      </a:r>
                    </a:p>
                  </a:txBody>
                  <a:tcPr marL="54864" marR="27432" marT="9144" marB="9144" anchor="ctr">
                    <a:solidFill>
                      <a:srgbClr val="0F1727"/>
                    </a:solidFill>
                  </a:tcPr>
                </a:tc>
                <a:tc>
                  <a:txBody>
                    <a:bodyPr/>
                    <a:lstStyle/>
                    <a:p>
                      <a:pPr algn="ctr"/>
                      <a:r>
                        <a:rPr sz="1000">
                          <a:solidFill>
                            <a:srgbClr val="C6CFDF"/>
                          </a:solidFill>
                          <a:latin typeface="Arial"/>
                        </a:rPr>
                        <a:t>17</a:t>
                      </a:r>
                    </a:p>
                  </a:txBody>
                  <a:tcPr marL="54864" marR="27432" marT="9144" marB="9144" anchor="ctr">
                    <a:solidFill>
                      <a:srgbClr val="0F1727"/>
                    </a:solidFill>
                  </a:tcPr>
                </a:tc>
                <a:tc>
                  <a:txBody>
                    <a:bodyPr/>
                    <a:lstStyle/>
                    <a:p>
                      <a:pPr algn="ctr"/>
                      <a:r>
                        <a:rPr sz="1000">
                          <a:solidFill>
                            <a:srgbClr val="C6CFDF"/>
                          </a:solidFill>
                          <a:latin typeface="Arial"/>
                        </a:rPr>
                        <a:t>17</a:t>
                      </a:r>
                    </a:p>
                  </a:txBody>
                  <a:tcPr marL="54864" marR="27432" marT="9144" marB="9144" anchor="ctr">
                    <a:solidFill>
                      <a:srgbClr val="0F1727"/>
                    </a:solidFill>
                  </a:tcPr>
                </a:tc>
              </a:tr>
              <a:tr h="187452">
                <a:tc>
                  <a:txBody>
                    <a:bodyPr/>
                    <a:lstStyle/>
                    <a:p>
                      <a:pPr algn="l"/>
                      <a:r>
                        <a:rPr sz="1000">
                          <a:solidFill>
                            <a:srgbClr val="EAF0FA"/>
                          </a:solidFill>
                          <a:latin typeface="Arial"/>
                        </a:rPr>
                        <a:t>dolphins</a:t>
                      </a:r>
                    </a:p>
                  </a:txBody>
                  <a:tcPr marL="54864" marR="27432" marT="9144" marB="9144" anchor="ctr">
                    <a:solidFill>
                      <a:srgbClr val="141D31"/>
                    </a:solidFill>
                  </a:tcPr>
                </a:tc>
                <a:tc>
                  <a:txBody>
                    <a:bodyPr/>
                    <a:lstStyle/>
                    <a:p>
                      <a:pPr algn="ctr"/>
                      <a:r>
                        <a:rPr sz="1000">
                          <a:solidFill>
                            <a:srgbClr val="C6CFDF"/>
                          </a:solidFill>
                          <a:latin typeface="Arial"/>
                        </a:rPr>
                        <a:t>62</a:t>
                      </a:r>
                    </a:p>
                  </a:txBody>
                  <a:tcPr marL="54864" marR="27432" marT="9144" marB="9144" anchor="ctr">
                    <a:solidFill>
                      <a:srgbClr val="141D31"/>
                    </a:solidFill>
                  </a:tcPr>
                </a:tc>
                <a:tc>
                  <a:txBody>
                    <a:bodyPr/>
                    <a:lstStyle/>
                    <a:p>
                      <a:pPr algn="ctr"/>
                      <a:r>
                        <a:rPr sz="1000">
                          <a:solidFill>
                            <a:srgbClr val="C6CFDF"/>
                          </a:solidFill>
                          <a:latin typeface="Arial"/>
                        </a:rPr>
                        <a:t>159</a:t>
                      </a:r>
                    </a:p>
                  </a:txBody>
                  <a:tcPr marL="54864" marR="27432" marT="9144" marB="9144" anchor="ctr">
                    <a:solidFill>
                      <a:srgbClr val="141D31"/>
                    </a:solidFill>
                  </a:tcPr>
                </a:tc>
                <a:tc>
                  <a:txBody>
                    <a:bodyPr/>
                    <a:lstStyle/>
                    <a:p>
                      <a:pPr algn="ctr"/>
                      <a:r>
                        <a:rPr sz="1000">
                          <a:solidFill>
                            <a:srgbClr val="C6CFDF"/>
                          </a:solidFill>
                          <a:latin typeface="Arial"/>
                        </a:rPr>
                        <a:t>24</a:t>
                      </a:r>
                    </a:p>
                  </a:txBody>
                  <a:tcPr marL="54864" marR="27432" marT="9144" marB="9144" anchor="ctr">
                    <a:solidFill>
                      <a:srgbClr val="141D31"/>
                    </a:solidFill>
                  </a:tcPr>
                </a:tc>
                <a:tc>
                  <a:txBody>
                    <a:bodyPr/>
                    <a:lstStyle/>
                    <a:p>
                      <a:pPr algn="ctr"/>
                      <a:r>
                        <a:rPr sz="1000">
                          <a:solidFill>
                            <a:srgbClr val="C6CFDF"/>
                          </a:solidFill>
                          <a:latin typeface="Arial"/>
                        </a:rPr>
                        <a:t>24</a:t>
                      </a:r>
                    </a:p>
                  </a:txBody>
                  <a:tcPr marL="54864" marR="27432" marT="9144" marB="9144" anchor="ctr">
                    <a:solidFill>
                      <a:srgbClr val="141D31"/>
                    </a:solidFill>
                  </a:tcPr>
                </a:tc>
                <a:tc>
                  <a:txBody>
                    <a:bodyPr/>
                    <a:lstStyle/>
                    <a:p>
                      <a:pPr algn="ctr"/>
                      <a:r>
                        <a:rPr sz="1000">
                          <a:solidFill>
                            <a:srgbClr val="C6CFDF"/>
                          </a:solidFill>
                          <a:latin typeface="Arial"/>
                        </a:rPr>
                        <a:t>24</a:t>
                      </a:r>
                    </a:p>
                  </a:txBody>
                  <a:tcPr marL="54864" marR="27432" marT="9144" marB="9144" anchor="ctr">
                    <a:solidFill>
                      <a:srgbClr val="141D31"/>
                    </a:solidFill>
                  </a:tcPr>
                </a:tc>
                <a:tc>
                  <a:txBody>
                    <a:bodyPr/>
                    <a:lstStyle/>
                    <a:p>
                      <a:pPr algn="ctr"/>
                      <a:r>
                        <a:rPr sz="1000">
                          <a:solidFill>
                            <a:srgbClr val="C6CFDF"/>
                          </a:solidFill>
                          <a:latin typeface="Arial"/>
                        </a:rPr>
                        <a:t>23</a:t>
                      </a:r>
                    </a:p>
                  </a:txBody>
                  <a:tcPr marL="54864" marR="27432" marT="9144" marB="9144" anchor="ctr">
                    <a:solidFill>
                      <a:srgbClr val="141D31"/>
                    </a:solidFill>
                  </a:tcPr>
                </a:tc>
                <a:tc>
                  <a:txBody>
                    <a:bodyPr/>
                    <a:lstStyle/>
                    <a:p>
                      <a:pPr algn="ctr"/>
                      <a:r>
                        <a:rPr sz="1000">
                          <a:solidFill>
                            <a:srgbClr val="C6CFDF"/>
                          </a:solidFill>
                          <a:latin typeface="Arial"/>
                        </a:rPr>
                        <a:t>24</a:t>
                      </a:r>
                    </a:p>
                  </a:txBody>
                  <a:tcPr marL="54864" marR="27432" marT="9144" marB="9144" anchor="ctr">
                    <a:solidFill>
                      <a:srgbClr val="141D31"/>
                    </a:solidFill>
                  </a:tcPr>
                </a:tc>
                <a:tc>
                  <a:txBody>
                    <a:bodyPr/>
                    <a:lstStyle/>
                    <a:p>
                      <a:pPr algn="ctr"/>
                      <a:r>
                        <a:rPr sz="1000">
                          <a:solidFill>
                            <a:srgbClr val="C6CFDF"/>
                          </a:solidFill>
                          <a:latin typeface="Arial"/>
                        </a:rPr>
                        <a:t>24</a:t>
                      </a:r>
                    </a:p>
                  </a:txBody>
                  <a:tcPr marL="54864" marR="27432" marT="9144" marB="9144" anchor="ctr">
                    <a:solidFill>
                      <a:srgbClr val="141D31"/>
                    </a:solidFill>
                  </a:tcPr>
                </a:tc>
              </a:tr>
              <a:tr h="187452">
                <a:tc>
                  <a:txBody>
                    <a:bodyPr/>
                    <a:lstStyle/>
                    <a:p>
                      <a:pPr algn="l"/>
                      <a:r>
                        <a:rPr sz="1000">
                          <a:solidFill>
                            <a:srgbClr val="EAF0FA"/>
                          </a:solidFill>
                          <a:latin typeface="Arial"/>
                        </a:rPr>
                        <a:t>prison</a:t>
                      </a:r>
                    </a:p>
                  </a:txBody>
                  <a:tcPr marL="54864" marR="27432" marT="9144" marB="9144" anchor="ctr">
                    <a:solidFill>
                      <a:srgbClr val="0F1727"/>
                    </a:solidFill>
                  </a:tcPr>
                </a:tc>
                <a:tc>
                  <a:txBody>
                    <a:bodyPr/>
                    <a:lstStyle/>
                    <a:p>
                      <a:pPr algn="ctr"/>
                      <a:r>
                        <a:rPr sz="1000">
                          <a:solidFill>
                            <a:srgbClr val="C6CFDF"/>
                          </a:solidFill>
                          <a:latin typeface="Arial"/>
                        </a:rPr>
                        <a:t>67</a:t>
                      </a:r>
                    </a:p>
                  </a:txBody>
                  <a:tcPr marL="54864" marR="27432" marT="9144" marB="9144" anchor="ctr">
                    <a:solidFill>
                      <a:srgbClr val="0F1727"/>
                    </a:solidFill>
                  </a:tcPr>
                </a:tc>
                <a:tc>
                  <a:txBody>
                    <a:bodyPr/>
                    <a:lstStyle/>
                    <a:p>
                      <a:pPr algn="ctr"/>
                      <a:r>
                        <a:rPr sz="1000">
                          <a:solidFill>
                            <a:srgbClr val="C6CFDF"/>
                          </a:solidFill>
                          <a:latin typeface="Arial"/>
                        </a:rPr>
                        <a:t>142</a:t>
                      </a:r>
                    </a:p>
                  </a:txBody>
                  <a:tcPr marL="54864" marR="27432" marT="9144" marB="9144" anchor="ctr">
                    <a:solidFill>
                      <a:srgbClr val="0F1727"/>
                    </a:solidFill>
                  </a:tcPr>
                </a:tc>
                <a:tc>
                  <a:txBody>
                    <a:bodyPr/>
                    <a:lstStyle/>
                    <a:p>
                      <a:pPr algn="ctr"/>
                      <a:r>
                        <a:rPr sz="1000">
                          <a:solidFill>
                            <a:srgbClr val="C6CFDF"/>
                          </a:solidFill>
                          <a:latin typeface="Arial"/>
                        </a:rPr>
                        <a:t>36</a:t>
                      </a:r>
                    </a:p>
                  </a:txBody>
                  <a:tcPr marL="54864" marR="27432" marT="9144" marB="9144" anchor="ctr">
                    <a:solidFill>
                      <a:srgbClr val="0F1727"/>
                    </a:solidFill>
                  </a:tcPr>
                </a:tc>
                <a:tc>
                  <a:txBody>
                    <a:bodyPr/>
                    <a:lstStyle/>
                    <a:p>
                      <a:pPr algn="ctr"/>
                      <a:r>
                        <a:rPr sz="1000">
                          <a:solidFill>
                            <a:srgbClr val="C6CFDF"/>
                          </a:solidFill>
                          <a:latin typeface="Arial"/>
                        </a:rPr>
                        <a:t>36</a:t>
                      </a:r>
                    </a:p>
                  </a:txBody>
                  <a:tcPr marL="54864" marR="27432" marT="9144" marB="9144" anchor="ctr">
                    <a:solidFill>
                      <a:srgbClr val="0F1727"/>
                    </a:solidFill>
                  </a:tcPr>
                </a:tc>
                <a:tc>
                  <a:txBody>
                    <a:bodyPr/>
                    <a:lstStyle/>
                    <a:p>
                      <a:pPr algn="ctr"/>
                      <a:r>
                        <a:rPr sz="1000">
                          <a:solidFill>
                            <a:srgbClr val="C6CFDF"/>
                          </a:solidFill>
                          <a:latin typeface="Arial"/>
                        </a:rPr>
                        <a:t>36</a:t>
                      </a:r>
                    </a:p>
                  </a:txBody>
                  <a:tcPr marL="54864" marR="27432" marT="9144" marB="9144" anchor="ctr">
                    <a:solidFill>
                      <a:srgbClr val="0F1727"/>
                    </a:solidFill>
                  </a:tcPr>
                </a:tc>
                <a:tc>
                  <a:txBody>
                    <a:bodyPr/>
                    <a:lstStyle/>
                    <a:p>
                      <a:pPr algn="ctr"/>
                      <a:r>
                        <a:rPr sz="1000">
                          <a:solidFill>
                            <a:srgbClr val="C6CFDF"/>
                          </a:solidFill>
                          <a:latin typeface="Arial"/>
                        </a:rPr>
                        <a:t>36</a:t>
                      </a:r>
                    </a:p>
                  </a:txBody>
                  <a:tcPr marL="54864" marR="27432" marT="9144" marB="9144" anchor="ctr">
                    <a:solidFill>
                      <a:srgbClr val="0F1727"/>
                    </a:solidFill>
                  </a:tcPr>
                </a:tc>
                <a:tc>
                  <a:txBody>
                    <a:bodyPr/>
                    <a:lstStyle/>
                    <a:p>
                      <a:pPr algn="ctr"/>
                      <a:r>
                        <a:rPr sz="1000">
                          <a:solidFill>
                            <a:srgbClr val="C6CFDF"/>
                          </a:solidFill>
                          <a:latin typeface="Arial"/>
                        </a:rPr>
                        <a:t>36</a:t>
                      </a:r>
                    </a:p>
                  </a:txBody>
                  <a:tcPr marL="54864" marR="27432" marT="9144" marB="9144" anchor="ctr">
                    <a:solidFill>
                      <a:srgbClr val="0F1727"/>
                    </a:solidFill>
                  </a:tcPr>
                </a:tc>
                <a:tc>
                  <a:txBody>
                    <a:bodyPr/>
                    <a:lstStyle/>
                    <a:p>
                      <a:pPr algn="ctr"/>
                      <a:r>
                        <a:rPr sz="1000">
                          <a:solidFill>
                            <a:srgbClr val="C6CFDF"/>
                          </a:solidFill>
                          <a:latin typeface="Arial"/>
                        </a:rPr>
                        <a:t>36</a:t>
                      </a:r>
                    </a:p>
                  </a:txBody>
                  <a:tcPr marL="54864" marR="27432" marT="9144" marB="9144" anchor="ctr">
                    <a:solidFill>
                      <a:srgbClr val="0F1727"/>
                    </a:solidFill>
                  </a:tcPr>
                </a:tc>
              </a:tr>
              <a:tr h="187452">
                <a:tc>
                  <a:txBody>
                    <a:bodyPr/>
                    <a:lstStyle/>
                    <a:p>
                      <a:pPr algn="l"/>
                      <a:r>
                        <a:rPr sz="1000">
                          <a:solidFill>
                            <a:srgbClr val="EAF0FA"/>
                          </a:solidFill>
                          <a:latin typeface="Arial"/>
                        </a:rPr>
                        <a:t>huck</a:t>
                      </a:r>
                    </a:p>
                  </a:txBody>
                  <a:tcPr marL="54864" marR="27432" marT="9144" marB="9144" anchor="ctr">
                    <a:solidFill>
                      <a:srgbClr val="141D31"/>
                    </a:solidFill>
                  </a:tcPr>
                </a:tc>
                <a:tc>
                  <a:txBody>
                    <a:bodyPr/>
                    <a:lstStyle/>
                    <a:p>
                      <a:pPr algn="ctr"/>
                      <a:r>
                        <a:rPr sz="1000">
                          <a:solidFill>
                            <a:srgbClr val="C6CFDF"/>
                          </a:solidFill>
                          <a:latin typeface="Arial"/>
                        </a:rPr>
                        <a:t>69</a:t>
                      </a:r>
                    </a:p>
                  </a:txBody>
                  <a:tcPr marL="54864" marR="27432" marT="9144" marB="9144" anchor="ctr">
                    <a:solidFill>
                      <a:srgbClr val="141D31"/>
                    </a:solidFill>
                  </a:tcPr>
                </a:tc>
                <a:tc>
                  <a:txBody>
                    <a:bodyPr/>
                    <a:lstStyle/>
                    <a:p>
                      <a:pPr algn="ctr"/>
                      <a:r>
                        <a:rPr sz="1000">
                          <a:solidFill>
                            <a:srgbClr val="C6CFDF"/>
                          </a:solidFill>
                          <a:latin typeface="Arial"/>
                        </a:rPr>
                        <a:t>297</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r>
              <a:tr h="187452">
                <a:tc>
                  <a:txBody>
                    <a:bodyPr/>
                    <a:lstStyle/>
                    <a:p>
                      <a:pPr algn="l"/>
                      <a:r>
                        <a:rPr sz="1000">
                          <a:solidFill>
                            <a:srgbClr val="EAF0FA"/>
                          </a:solidFill>
                          <a:latin typeface="Arial"/>
                        </a:rPr>
                        <a:t>sanjuansur</a:t>
                      </a:r>
                    </a:p>
                  </a:txBody>
                  <a:tcPr marL="54864" marR="27432" marT="9144" marB="9144" anchor="ctr">
                    <a:solidFill>
                      <a:srgbClr val="0F1727"/>
                    </a:solidFill>
                  </a:tcPr>
                </a:tc>
                <a:tc>
                  <a:txBody>
                    <a:bodyPr/>
                    <a:lstStyle/>
                    <a:p>
                      <a:pPr algn="ctr"/>
                      <a:r>
                        <a:rPr sz="1000">
                          <a:solidFill>
                            <a:srgbClr val="C6CFDF"/>
                          </a:solidFill>
                          <a:latin typeface="Arial"/>
                        </a:rPr>
                        <a:t>75</a:t>
                      </a:r>
                    </a:p>
                  </a:txBody>
                  <a:tcPr marL="54864" marR="27432" marT="9144" marB="9144" anchor="ctr">
                    <a:solidFill>
                      <a:srgbClr val="0F1727"/>
                    </a:solidFill>
                  </a:tcPr>
                </a:tc>
                <a:tc>
                  <a:txBody>
                    <a:bodyPr/>
                    <a:lstStyle/>
                    <a:p>
                      <a:pPr algn="ctr"/>
                      <a:r>
                        <a:rPr sz="1000">
                          <a:solidFill>
                            <a:srgbClr val="C6CFDF"/>
                          </a:solidFill>
                          <a:latin typeface="Arial"/>
                        </a:rPr>
                        <a:t>144</a:t>
                      </a:r>
                    </a:p>
                  </a:txBody>
                  <a:tcPr marL="54864" marR="27432" marT="9144" marB="9144" anchor="ctr">
                    <a:solidFill>
                      <a:srgbClr val="0F1727"/>
                    </a:solidFill>
                  </a:tcPr>
                </a:tc>
                <a:tc>
                  <a:txBody>
                    <a:bodyPr/>
                    <a:lstStyle/>
                    <a:p>
                      <a:pPr algn="ctr"/>
                      <a:r>
                        <a:rPr sz="1000">
                          <a:solidFill>
                            <a:srgbClr val="C6CFDF"/>
                          </a:solidFill>
                          <a:latin typeface="Arial"/>
                        </a:rPr>
                        <a:t>38</a:t>
                      </a:r>
                    </a:p>
                  </a:txBody>
                  <a:tcPr marL="54864" marR="27432" marT="9144" marB="9144" anchor="ctr">
                    <a:solidFill>
                      <a:srgbClr val="0F1727"/>
                    </a:solidFill>
                  </a:tcPr>
                </a:tc>
                <a:tc>
                  <a:txBody>
                    <a:bodyPr/>
                    <a:lstStyle/>
                    <a:p>
                      <a:pPr algn="ctr"/>
                      <a:r>
                        <a:rPr sz="1000">
                          <a:solidFill>
                            <a:srgbClr val="C6CFDF"/>
                          </a:solidFill>
                          <a:latin typeface="Arial"/>
                        </a:rPr>
                        <a:t>38</a:t>
                      </a:r>
                    </a:p>
                  </a:txBody>
                  <a:tcPr marL="54864" marR="27432" marT="9144" marB="9144" anchor="ctr">
                    <a:solidFill>
                      <a:srgbClr val="0F1727"/>
                    </a:solidFill>
                  </a:tcPr>
                </a:tc>
                <a:tc>
                  <a:txBody>
                    <a:bodyPr/>
                    <a:lstStyle/>
                    <a:p>
                      <a:pPr algn="ctr"/>
                      <a:r>
                        <a:rPr sz="1000">
                          <a:solidFill>
                            <a:srgbClr val="C6CFDF"/>
                          </a:solidFill>
                          <a:latin typeface="Arial"/>
                        </a:rPr>
                        <a:t>38</a:t>
                      </a:r>
                    </a:p>
                  </a:txBody>
                  <a:tcPr marL="54864" marR="27432" marT="9144" marB="9144" anchor="ctr">
                    <a:solidFill>
                      <a:srgbClr val="0F1727"/>
                    </a:solidFill>
                  </a:tcPr>
                </a:tc>
                <a:tc>
                  <a:txBody>
                    <a:bodyPr/>
                    <a:lstStyle/>
                    <a:p>
                      <a:pPr algn="ctr"/>
                      <a:r>
                        <a:rPr sz="1000">
                          <a:solidFill>
                            <a:srgbClr val="C6CFDF"/>
                          </a:solidFill>
                          <a:latin typeface="Arial"/>
                        </a:rPr>
                        <a:t>36</a:t>
                      </a:r>
                    </a:p>
                  </a:txBody>
                  <a:tcPr marL="54864" marR="27432" marT="9144" marB="9144" anchor="ctr">
                    <a:solidFill>
                      <a:srgbClr val="0F1727"/>
                    </a:solidFill>
                  </a:tcPr>
                </a:tc>
                <a:tc>
                  <a:txBody>
                    <a:bodyPr/>
                    <a:lstStyle/>
                    <a:p>
                      <a:pPr algn="ctr"/>
                      <a:r>
                        <a:rPr sz="1000">
                          <a:solidFill>
                            <a:srgbClr val="C6CFDF"/>
                          </a:solidFill>
                          <a:latin typeface="Arial"/>
                        </a:rPr>
                        <a:t>38</a:t>
                      </a:r>
                    </a:p>
                  </a:txBody>
                  <a:tcPr marL="54864" marR="27432" marT="9144" marB="9144" anchor="ctr">
                    <a:solidFill>
                      <a:srgbClr val="0F1727"/>
                    </a:solidFill>
                  </a:tcPr>
                </a:tc>
                <a:tc>
                  <a:txBody>
                    <a:bodyPr/>
                    <a:lstStyle/>
                    <a:p>
                      <a:pPr algn="ctr"/>
                      <a:r>
                        <a:rPr sz="1000">
                          <a:solidFill>
                            <a:srgbClr val="C6CFDF"/>
                          </a:solidFill>
                          <a:latin typeface="Arial"/>
                        </a:rPr>
                        <a:t>38</a:t>
                      </a:r>
                    </a:p>
                  </a:txBody>
                  <a:tcPr marL="54864" marR="27432" marT="9144" marB="9144" anchor="ctr">
                    <a:solidFill>
                      <a:srgbClr val="0F1727"/>
                    </a:solidFill>
                  </a:tcPr>
                </a:tc>
              </a:tr>
              <a:tr h="187452">
                <a:tc>
                  <a:txBody>
                    <a:bodyPr/>
                    <a:lstStyle/>
                    <a:p>
                      <a:pPr algn="l"/>
                      <a:r>
                        <a:rPr sz="1000">
                          <a:solidFill>
                            <a:srgbClr val="EAF0FA"/>
                          </a:solidFill>
                          <a:latin typeface="Arial"/>
                        </a:rPr>
                        <a:t>jean</a:t>
                      </a:r>
                    </a:p>
                  </a:txBody>
                  <a:tcPr marL="54864" marR="27432" marT="9144" marB="9144" anchor="ctr">
                    <a:solidFill>
                      <a:srgbClr val="141D31"/>
                    </a:solidFill>
                  </a:tcPr>
                </a:tc>
                <a:tc>
                  <a:txBody>
                    <a:bodyPr/>
                    <a:lstStyle/>
                    <a:p>
                      <a:pPr algn="ctr"/>
                      <a:r>
                        <a:rPr sz="1000">
                          <a:solidFill>
                            <a:srgbClr val="C6CFDF"/>
                          </a:solidFill>
                          <a:latin typeface="Arial"/>
                        </a:rPr>
                        <a:t>77</a:t>
                      </a:r>
                    </a:p>
                  </a:txBody>
                  <a:tcPr marL="54864" marR="27432" marT="9144" marB="9144" anchor="ctr">
                    <a:solidFill>
                      <a:srgbClr val="141D31"/>
                    </a:solidFill>
                  </a:tcPr>
                </a:tc>
                <a:tc>
                  <a:txBody>
                    <a:bodyPr/>
                    <a:lstStyle/>
                    <a:p>
                      <a:pPr algn="ctr"/>
                      <a:r>
                        <a:rPr sz="1000">
                          <a:solidFill>
                            <a:srgbClr val="C6CFDF"/>
                          </a:solidFill>
                          <a:latin typeface="Arial"/>
                        </a:rPr>
                        <a:t>254</a:t>
                      </a:r>
                    </a:p>
                  </a:txBody>
                  <a:tcPr marL="54864" marR="27432" marT="9144" marB="9144" anchor="ctr">
                    <a:solidFill>
                      <a:srgbClr val="141D31"/>
                    </a:solidFill>
                  </a:tcPr>
                </a:tc>
                <a:tc>
                  <a:txBody>
                    <a:bodyPr/>
                    <a:lstStyle/>
                    <a:p>
                      <a:pPr algn="ctr"/>
                      <a:r>
                        <a:rPr sz="1000">
                          <a:solidFill>
                            <a:srgbClr val="C6CFDF"/>
                          </a:solidFill>
                          <a:latin typeface="Arial"/>
                        </a:rPr>
                        <a:t>11</a:t>
                      </a:r>
                    </a:p>
                  </a:txBody>
                  <a:tcPr marL="54864" marR="27432" marT="9144" marB="9144" anchor="ctr">
                    <a:solidFill>
                      <a:srgbClr val="141D31"/>
                    </a:solidFill>
                  </a:tcPr>
                </a:tc>
                <a:tc>
                  <a:txBody>
                    <a:bodyPr/>
                    <a:lstStyle/>
                    <a:p>
                      <a:pPr algn="ctr"/>
                      <a:r>
                        <a:rPr sz="1000">
                          <a:solidFill>
                            <a:srgbClr val="C6CFDF"/>
                          </a:solidFill>
                          <a:latin typeface="Arial"/>
                        </a:rPr>
                        <a:t>11</a:t>
                      </a:r>
                    </a:p>
                  </a:txBody>
                  <a:tcPr marL="54864" marR="27432" marT="9144" marB="9144" anchor="ctr">
                    <a:solidFill>
                      <a:srgbClr val="141D31"/>
                    </a:solidFill>
                  </a:tcPr>
                </a:tc>
                <a:tc>
                  <a:txBody>
                    <a:bodyPr/>
                    <a:lstStyle/>
                    <a:p>
                      <a:pPr algn="ctr"/>
                      <a:r>
                        <a:rPr sz="1000">
                          <a:solidFill>
                            <a:srgbClr val="C6CFDF"/>
                          </a:solidFill>
                          <a:latin typeface="Arial"/>
                        </a:rPr>
                        <a:t>11</a:t>
                      </a:r>
                    </a:p>
                  </a:txBody>
                  <a:tcPr marL="54864" marR="27432" marT="9144" marB="9144" anchor="ctr">
                    <a:solidFill>
                      <a:srgbClr val="141D31"/>
                    </a:solidFill>
                  </a:tcPr>
                </a:tc>
                <a:tc>
                  <a:txBody>
                    <a:bodyPr/>
                    <a:lstStyle/>
                    <a:p>
                      <a:pPr algn="ctr"/>
                      <a:r>
                        <a:rPr sz="1000">
                          <a:solidFill>
                            <a:srgbClr val="C6CFDF"/>
                          </a:solidFill>
                          <a:latin typeface="Arial"/>
                        </a:rPr>
                        <a:t>11</a:t>
                      </a:r>
                    </a:p>
                  </a:txBody>
                  <a:tcPr marL="54864" marR="27432" marT="9144" marB="9144" anchor="ctr">
                    <a:solidFill>
                      <a:srgbClr val="141D31"/>
                    </a:solidFill>
                  </a:tcPr>
                </a:tc>
                <a:tc>
                  <a:txBody>
                    <a:bodyPr/>
                    <a:lstStyle/>
                    <a:p>
                      <a:pPr algn="ctr"/>
                      <a:r>
                        <a:rPr sz="1000">
                          <a:solidFill>
                            <a:srgbClr val="C6CFDF"/>
                          </a:solidFill>
                          <a:latin typeface="Arial"/>
                        </a:rPr>
                        <a:t>11</a:t>
                      </a:r>
                    </a:p>
                  </a:txBody>
                  <a:tcPr marL="54864" marR="27432" marT="9144" marB="9144" anchor="ctr">
                    <a:solidFill>
                      <a:srgbClr val="141D31"/>
                    </a:solidFill>
                  </a:tcPr>
                </a:tc>
                <a:tc>
                  <a:txBody>
                    <a:bodyPr/>
                    <a:lstStyle/>
                    <a:p>
                      <a:pPr algn="ctr"/>
                      <a:r>
                        <a:rPr sz="1000">
                          <a:solidFill>
                            <a:srgbClr val="C6CFDF"/>
                          </a:solidFill>
                          <a:latin typeface="Arial"/>
                        </a:rPr>
                        <a:t>11</a:t>
                      </a:r>
                    </a:p>
                  </a:txBody>
                  <a:tcPr marL="54864" marR="27432" marT="9144" marB="9144" anchor="ctr">
                    <a:solidFill>
                      <a:srgbClr val="141D31"/>
                    </a:solidFill>
                  </a:tcPr>
                </a:tc>
              </a:tr>
              <a:tr h="187452">
                <a:tc>
                  <a:txBody>
                    <a:bodyPr/>
                    <a:lstStyle/>
                    <a:p>
                      <a:pPr algn="l"/>
                      <a:r>
                        <a:rPr sz="1000">
                          <a:solidFill>
                            <a:srgbClr val="EAF0FA"/>
                          </a:solidFill>
                          <a:latin typeface="Arial"/>
                        </a:rPr>
                        <a:t>david</a:t>
                      </a:r>
                    </a:p>
                  </a:txBody>
                  <a:tcPr marL="54864" marR="27432" marT="9144" marB="9144" anchor="ctr">
                    <a:solidFill>
                      <a:srgbClr val="0F1727"/>
                    </a:solidFill>
                  </a:tcPr>
                </a:tc>
                <a:tc>
                  <a:txBody>
                    <a:bodyPr/>
                    <a:lstStyle/>
                    <a:p>
                      <a:pPr algn="ctr"/>
                      <a:r>
                        <a:rPr sz="1000">
                          <a:solidFill>
                            <a:srgbClr val="C6CFDF"/>
                          </a:solidFill>
                          <a:latin typeface="Arial"/>
                        </a:rPr>
                        <a:t>87</a:t>
                      </a:r>
                    </a:p>
                  </a:txBody>
                  <a:tcPr marL="54864" marR="27432" marT="9144" marB="9144" anchor="ctr">
                    <a:solidFill>
                      <a:srgbClr val="0F1727"/>
                    </a:solidFill>
                  </a:tcPr>
                </a:tc>
                <a:tc>
                  <a:txBody>
                    <a:bodyPr/>
                    <a:lstStyle/>
                    <a:p>
                      <a:pPr algn="ctr"/>
                      <a:r>
                        <a:rPr sz="1000">
                          <a:solidFill>
                            <a:srgbClr val="C6CFDF"/>
                          </a:solidFill>
                          <a:latin typeface="Arial"/>
                        </a:rPr>
                        <a:t>406</a:t>
                      </a:r>
                    </a:p>
                  </a:txBody>
                  <a:tcPr marL="54864" marR="27432" marT="9144" marB="9144" anchor="ctr">
                    <a:solidFill>
                      <a:srgbClr val="0F1727"/>
                    </a:solidFill>
                  </a:tcPr>
                </a:tc>
                <a:tc>
                  <a:txBody>
                    <a:bodyPr/>
                    <a:lstStyle/>
                    <a:p>
                      <a:pPr algn="ctr"/>
                      <a:r>
                        <a:rPr sz="1000">
                          <a:solidFill>
                            <a:srgbClr val="C6CFDF"/>
                          </a:solidFill>
                          <a:latin typeface="Arial"/>
                        </a:rPr>
                        <a:t>19</a:t>
                      </a:r>
                    </a:p>
                  </a:txBody>
                  <a:tcPr marL="54864" marR="27432" marT="9144" marB="9144" anchor="ctr">
                    <a:solidFill>
                      <a:srgbClr val="0F1727"/>
                    </a:solidFill>
                  </a:tcPr>
                </a:tc>
                <a:tc>
                  <a:txBody>
                    <a:bodyPr/>
                    <a:lstStyle/>
                    <a:p>
                      <a:pPr algn="ctr"/>
                      <a:r>
                        <a:rPr sz="1000">
                          <a:solidFill>
                            <a:srgbClr val="C6CFDF"/>
                          </a:solidFill>
                          <a:latin typeface="Arial"/>
                        </a:rPr>
                        <a:t>19</a:t>
                      </a:r>
                    </a:p>
                  </a:txBody>
                  <a:tcPr marL="54864" marR="27432" marT="9144" marB="9144" anchor="ctr">
                    <a:solidFill>
                      <a:srgbClr val="0F1727"/>
                    </a:solidFill>
                  </a:tcPr>
                </a:tc>
                <a:tc>
                  <a:txBody>
                    <a:bodyPr/>
                    <a:lstStyle/>
                    <a:p>
                      <a:pPr algn="ctr"/>
                      <a:r>
                        <a:rPr sz="1000">
                          <a:solidFill>
                            <a:srgbClr val="C6CFDF"/>
                          </a:solidFill>
                          <a:latin typeface="Arial"/>
                        </a:rPr>
                        <a:t>19</a:t>
                      </a:r>
                    </a:p>
                  </a:txBody>
                  <a:tcPr marL="54864" marR="27432" marT="9144" marB="9144" anchor="ctr">
                    <a:solidFill>
                      <a:srgbClr val="0F1727"/>
                    </a:solidFill>
                  </a:tcPr>
                </a:tc>
                <a:tc>
                  <a:txBody>
                    <a:bodyPr/>
                    <a:lstStyle/>
                    <a:p>
                      <a:pPr algn="ctr"/>
                      <a:r>
                        <a:rPr sz="1000">
                          <a:solidFill>
                            <a:srgbClr val="C6CFDF"/>
                          </a:solidFill>
                          <a:latin typeface="Arial"/>
                        </a:rPr>
                        <a:t>19</a:t>
                      </a:r>
                    </a:p>
                  </a:txBody>
                  <a:tcPr marL="54864" marR="27432" marT="9144" marB="9144" anchor="ctr">
                    <a:solidFill>
                      <a:srgbClr val="0F1727"/>
                    </a:solidFill>
                  </a:tcPr>
                </a:tc>
                <a:tc>
                  <a:txBody>
                    <a:bodyPr/>
                    <a:lstStyle/>
                    <a:p>
                      <a:pPr algn="ctr"/>
                      <a:r>
                        <a:rPr sz="1000">
                          <a:solidFill>
                            <a:srgbClr val="C6CFDF"/>
                          </a:solidFill>
                          <a:latin typeface="Arial"/>
                        </a:rPr>
                        <a:t>19</a:t>
                      </a:r>
                    </a:p>
                  </a:txBody>
                  <a:tcPr marL="54864" marR="27432" marT="9144" marB="9144" anchor="ctr">
                    <a:solidFill>
                      <a:srgbClr val="0F1727"/>
                    </a:solidFill>
                  </a:tcPr>
                </a:tc>
                <a:tc>
                  <a:txBody>
                    <a:bodyPr/>
                    <a:lstStyle/>
                    <a:p>
                      <a:pPr algn="ctr"/>
                      <a:r>
                        <a:rPr sz="1000">
                          <a:solidFill>
                            <a:srgbClr val="C6CFDF"/>
                          </a:solidFill>
                          <a:latin typeface="Arial"/>
                        </a:rPr>
                        <a:t>19</a:t>
                      </a:r>
                    </a:p>
                  </a:txBody>
                  <a:tcPr marL="54864" marR="27432" marT="9144" marB="9144" anchor="ctr">
                    <a:solidFill>
                      <a:srgbClr val="0F1727"/>
                    </a:solidFill>
                  </a:tcPr>
                </a:tc>
              </a:tr>
              <a:tr h="187452">
                <a:tc>
                  <a:txBody>
                    <a:bodyPr/>
                    <a:lstStyle/>
                    <a:p>
                      <a:pPr algn="l"/>
                      <a:r>
                        <a:rPr sz="1000">
                          <a:solidFill>
                            <a:srgbClr val="EAF0FA"/>
                          </a:solidFill>
                          <a:latin typeface="Arial"/>
                        </a:rPr>
                        <a:t>ieeebus</a:t>
                      </a:r>
                    </a:p>
                  </a:txBody>
                  <a:tcPr marL="54864" marR="27432" marT="9144" marB="9144" anchor="ctr">
                    <a:solidFill>
                      <a:srgbClr val="141D31"/>
                    </a:solidFill>
                  </a:tcPr>
                </a:tc>
                <a:tc>
                  <a:txBody>
                    <a:bodyPr/>
                    <a:lstStyle/>
                    <a:p>
                      <a:pPr algn="ctr"/>
                      <a:r>
                        <a:rPr sz="1000">
                          <a:solidFill>
                            <a:srgbClr val="C6CFDF"/>
                          </a:solidFill>
                          <a:latin typeface="Arial"/>
                        </a:rPr>
                        <a:t>118</a:t>
                      </a:r>
                    </a:p>
                  </a:txBody>
                  <a:tcPr marL="54864" marR="27432" marT="9144" marB="9144" anchor="ctr">
                    <a:solidFill>
                      <a:srgbClr val="141D31"/>
                    </a:solidFill>
                  </a:tcPr>
                </a:tc>
                <a:tc>
                  <a:txBody>
                    <a:bodyPr/>
                    <a:lstStyle/>
                    <a:p>
                      <a:pPr algn="ctr"/>
                      <a:r>
                        <a:rPr sz="1000">
                          <a:solidFill>
                            <a:srgbClr val="C6CFDF"/>
                          </a:solidFill>
                          <a:latin typeface="Arial"/>
                        </a:rPr>
                        <a:t>179</a:t>
                      </a:r>
                    </a:p>
                  </a:txBody>
                  <a:tcPr marL="54864" marR="27432" marT="9144" marB="9144" anchor="ctr">
                    <a:solidFill>
                      <a:srgbClr val="141D31"/>
                    </a:solidFill>
                  </a:tcPr>
                </a:tc>
                <a:tc>
                  <a:txBody>
                    <a:bodyPr/>
                    <a:lstStyle/>
                    <a:p>
                      <a:pPr algn="ctr"/>
                      <a:r>
                        <a:rPr sz="1000">
                          <a:solidFill>
                            <a:srgbClr val="C6CFDF"/>
                          </a:solidFill>
                          <a:latin typeface="Arial"/>
                        </a:rPr>
                        <a:t>47</a:t>
                      </a:r>
                    </a:p>
                  </a:txBody>
                  <a:tcPr marL="54864" marR="27432" marT="9144" marB="9144" anchor="ctr">
                    <a:solidFill>
                      <a:srgbClr val="141D31"/>
                    </a:solidFill>
                  </a:tcPr>
                </a:tc>
                <a:tc>
                  <a:txBody>
                    <a:bodyPr/>
                    <a:lstStyle/>
                    <a:p>
                      <a:pPr algn="ctr"/>
                      <a:r>
                        <a:rPr sz="1000">
                          <a:solidFill>
                            <a:srgbClr val="C6CFDF"/>
                          </a:solidFill>
                          <a:latin typeface="Arial"/>
                        </a:rPr>
                        <a:t>47</a:t>
                      </a:r>
                    </a:p>
                  </a:txBody>
                  <a:tcPr marL="54864" marR="27432" marT="9144" marB="9144" anchor="ctr">
                    <a:solidFill>
                      <a:srgbClr val="141D31"/>
                    </a:solidFill>
                  </a:tcPr>
                </a:tc>
                <a:tc>
                  <a:txBody>
                    <a:bodyPr/>
                    <a:lstStyle/>
                    <a:p>
                      <a:pPr algn="ctr"/>
                      <a:r>
                        <a:rPr sz="1000">
                          <a:solidFill>
                            <a:srgbClr val="C6CFDF"/>
                          </a:solidFill>
                          <a:latin typeface="Arial"/>
                        </a:rPr>
                        <a:t>47</a:t>
                      </a:r>
                    </a:p>
                  </a:txBody>
                  <a:tcPr marL="54864" marR="27432" marT="9144" marB="9144" anchor="ctr">
                    <a:solidFill>
                      <a:srgbClr val="141D31"/>
                    </a:solidFill>
                  </a:tcPr>
                </a:tc>
                <a:tc>
                  <a:txBody>
                    <a:bodyPr/>
                    <a:lstStyle/>
                    <a:p>
                      <a:pPr algn="ctr"/>
                      <a:r>
                        <a:rPr sz="1000">
                          <a:solidFill>
                            <a:srgbClr val="C6CFDF"/>
                          </a:solidFill>
                          <a:latin typeface="Arial"/>
                        </a:rPr>
                        <a:t>47</a:t>
                      </a:r>
                    </a:p>
                  </a:txBody>
                  <a:tcPr marL="54864" marR="27432" marT="9144" marB="9144" anchor="ctr">
                    <a:solidFill>
                      <a:srgbClr val="141D31"/>
                    </a:solidFill>
                  </a:tcPr>
                </a:tc>
                <a:tc>
                  <a:txBody>
                    <a:bodyPr/>
                    <a:lstStyle/>
                    <a:p>
                      <a:pPr algn="ctr"/>
                      <a:r>
                        <a:rPr sz="1000">
                          <a:solidFill>
                            <a:srgbClr val="C6CFDF"/>
                          </a:solidFill>
                          <a:latin typeface="Arial"/>
                        </a:rPr>
                        <a:t>47</a:t>
                      </a:r>
                    </a:p>
                  </a:txBody>
                  <a:tcPr marL="54864" marR="27432" marT="9144" marB="9144" anchor="ctr">
                    <a:solidFill>
                      <a:srgbClr val="141D31"/>
                    </a:solidFill>
                  </a:tcPr>
                </a:tc>
                <a:tc>
                  <a:txBody>
                    <a:bodyPr/>
                    <a:lstStyle/>
                    <a:p>
                      <a:pPr algn="ctr"/>
                      <a:r>
                        <a:rPr sz="1000">
                          <a:solidFill>
                            <a:srgbClr val="C6CFDF"/>
                          </a:solidFill>
                          <a:latin typeface="Arial"/>
                        </a:rPr>
                        <a:t>47</a:t>
                      </a:r>
                    </a:p>
                  </a:txBody>
                  <a:tcPr marL="54864" marR="27432" marT="9144" marB="9144" anchor="ctr">
                    <a:solidFill>
                      <a:srgbClr val="141D31"/>
                    </a:solidFill>
                  </a:tcPr>
                </a:tc>
              </a:tr>
              <a:tr h="187452">
                <a:tc>
                  <a:txBody>
                    <a:bodyPr/>
                    <a:lstStyle/>
                    <a:p>
                      <a:pPr algn="l"/>
                      <a:r>
                        <a:rPr sz="1000">
                          <a:solidFill>
                            <a:srgbClr val="EAF0FA"/>
                          </a:solidFill>
                          <a:latin typeface="Arial"/>
                        </a:rPr>
                        <a:t>sfi</a:t>
                      </a:r>
                    </a:p>
                  </a:txBody>
                  <a:tcPr marL="54864" marR="27432" marT="9144" marB="9144" anchor="ctr">
                    <a:solidFill>
                      <a:srgbClr val="0F1727"/>
                    </a:solidFill>
                  </a:tcPr>
                </a:tc>
                <a:tc>
                  <a:txBody>
                    <a:bodyPr/>
                    <a:lstStyle/>
                    <a:p>
                      <a:pPr algn="ctr"/>
                      <a:r>
                        <a:rPr sz="1000">
                          <a:solidFill>
                            <a:srgbClr val="C6CFDF"/>
                          </a:solidFill>
                          <a:latin typeface="Arial"/>
                        </a:rPr>
                        <a:t>118</a:t>
                      </a:r>
                    </a:p>
                  </a:txBody>
                  <a:tcPr marL="54864" marR="27432" marT="9144" marB="9144" anchor="ctr">
                    <a:solidFill>
                      <a:srgbClr val="0F1727"/>
                    </a:solidFill>
                  </a:tcPr>
                </a:tc>
                <a:tc>
                  <a:txBody>
                    <a:bodyPr/>
                    <a:lstStyle/>
                    <a:p>
                      <a:pPr algn="ctr"/>
                      <a:r>
                        <a:rPr sz="1000">
                          <a:solidFill>
                            <a:srgbClr val="C6CFDF"/>
                          </a:solidFill>
                          <a:latin typeface="Arial"/>
                        </a:rPr>
                        <a:t>200</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r>
              <a:tr h="187452">
                <a:tc>
                  <a:txBody>
                    <a:bodyPr/>
                    <a:lstStyle/>
                    <a:p>
                      <a:pPr algn="l"/>
                      <a:r>
                        <a:rPr sz="1000">
                          <a:solidFill>
                            <a:srgbClr val="EAF0FA"/>
                          </a:solidFill>
                          <a:latin typeface="Arial"/>
                        </a:rPr>
                        <a:t>anna</a:t>
                      </a:r>
                    </a:p>
                  </a:txBody>
                  <a:tcPr marL="54864" marR="27432" marT="9144" marB="9144" anchor="ctr">
                    <a:solidFill>
                      <a:srgbClr val="141D31"/>
                    </a:solidFill>
                  </a:tcPr>
                </a:tc>
                <a:tc>
                  <a:txBody>
                    <a:bodyPr/>
                    <a:lstStyle/>
                    <a:p>
                      <a:pPr algn="ctr"/>
                      <a:r>
                        <a:rPr sz="1000">
                          <a:solidFill>
                            <a:srgbClr val="C6CFDF"/>
                          </a:solidFill>
                          <a:latin typeface="Arial"/>
                        </a:rPr>
                        <a:t>138</a:t>
                      </a:r>
                    </a:p>
                  </a:txBody>
                  <a:tcPr marL="54864" marR="27432" marT="9144" marB="9144" anchor="ctr">
                    <a:solidFill>
                      <a:srgbClr val="141D31"/>
                    </a:solidFill>
                  </a:tcPr>
                </a:tc>
                <a:tc>
                  <a:txBody>
                    <a:bodyPr/>
                    <a:lstStyle/>
                    <a:p>
                      <a:pPr algn="ctr"/>
                      <a:r>
                        <a:rPr sz="1000">
                          <a:solidFill>
                            <a:srgbClr val="C6CFDF"/>
                          </a:solidFill>
                          <a:latin typeface="Arial"/>
                        </a:rPr>
                        <a:t>493</a:t>
                      </a:r>
                    </a:p>
                  </a:txBody>
                  <a:tcPr marL="54864" marR="27432" marT="9144" marB="9144" anchor="ctr">
                    <a:solidFill>
                      <a:srgbClr val="141D31"/>
                    </a:solidFill>
                  </a:tcPr>
                </a:tc>
                <a:tc>
                  <a:txBody>
                    <a:bodyPr/>
                    <a:lstStyle/>
                    <a:p>
                      <a:pPr algn="ctr"/>
                      <a:r>
                        <a:rPr sz="1000">
                          <a:solidFill>
                            <a:srgbClr val="C6CFDF"/>
                          </a:solidFill>
                          <a:latin typeface="Arial"/>
                        </a:rPr>
                        <a:t>20</a:t>
                      </a:r>
                    </a:p>
                  </a:txBody>
                  <a:tcPr marL="54864" marR="27432" marT="9144" marB="9144" anchor="ctr">
                    <a:solidFill>
                      <a:srgbClr val="141D31"/>
                    </a:solidFill>
                  </a:tcPr>
                </a:tc>
                <a:tc>
                  <a:txBody>
                    <a:bodyPr/>
                    <a:lstStyle/>
                    <a:p>
                      <a:pPr algn="ctr"/>
                      <a:r>
                        <a:rPr sz="1000">
                          <a:solidFill>
                            <a:srgbClr val="C6CFDF"/>
                          </a:solidFill>
                          <a:latin typeface="Arial"/>
                        </a:rPr>
                        <a:t>20</a:t>
                      </a:r>
                    </a:p>
                  </a:txBody>
                  <a:tcPr marL="54864" marR="27432" marT="9144" marB="9144" anchor="ctr">
                    <a:solidFill>
                      <a:srgbClr val="141D31"/>
                    </a:solidFill>
                  </a:tcPr>
                </a:tc>
                <a:tc>
                  <a:txBody>
                    <a:bodyPr/>
                    <a:lstStyle/>
                    <a:p>
                      <a:pPr algn="ctr"/>
                      <a:r>
                        <a:rPr sz="1000">
                          <a:solidFill>
                            <a:srgbClr val="C6CFDF"/>
                          </a:solidFill>
                          <a:latin typeface="Arial"/>
                        </a:rPr>
                        <a:t>20</a:t>
                      </a:r>
                    </a:p>
                  </a:txBody>
                  <a:tcPr marL="54864" marR="27432" marT="9144" marB="9144" anchor="ctr">
                    <a:solidFill>
                      <a:srgbClr val="141D31"/>
                    </a:solidFill>
                  </a:tcPr>
                </a:tc>
                <a:tc>
                  <a:txBody>
                    <a:bodyPr/>
                    <a:lstStyle/>
                    <a:p>
                      <a:pPr algn="ctr"/>
                      <a:r>
                        <a:rPr sz="1000">
                          <a:solidFill>
                            <a:srgbClr val="C6CFDF"/>
                          </a:solidFill>
                          <a:latin typeface="Arial"/>
                        </a:rPr>
                        <a:t>20</a:t>
                      </a:r>
                    </a:p>
                  </a:txBody>
                  <a:tcPr marL="54864" marR="27432" marT="9144" marB="9144" anchor="ctr">
                    <a:solidFill>
                      <a:srgbClr val="141D31"/>
                    </a:solidFill>
                  </a:tcPr>
                </a:tc>
                <a:tc>
                  <a:txBody>
                    <a:bodyPr/>
                    <a:lstStyle/>
                    <a:p>
                      <a:pPr algn="ctr"/>
                      <a:r>
                        <a:rPr sz="1000">
                          <a:solidFill>
                            <a:srgbClr val="C6CFDF"/>
                          </a:solidFill>
                          <a:latin typeface="Arial"/>
                        </a:rPr>
                        <a:t>20</a:t>
                      </a:r>
                    </a:p>
                  </a:txBody>
                  <a:tcPr marL="54864" marR="27432" marT="9144" marB="9144" anchor="ctr">
                    <a:solidFill>
                      <a:srgbClr val="141D31"/>
                    </a:solidFill>
                  </a:tcPr>
                </a:tc>
                <a:tc>
                  <a:txBody>
                    <a:bodyPr/>
                    <a:lstStyle/>
                    <a:p>
                      <a:pPr algn="ctr"/>
                      <a:r>
                        <a:rPr sz="1000">
                          <a:solidFill>
                            <a:srgbClr val="C6CFDF"/>
                          </a:solidFill>
                          <a:latin typeface="Arial"/>
                        </a:rPr>
                        <a:t>20</a:t>
                      </a:r>
                    </a:p>
                  </a:txBody>
                  <a:tcPr marL="54864" marR="27432" marT="9144" marB="9144" anchor="ctr">
                    <a:solidFill>
                      <a:srgbClr val="141D31"/>
                    </a:solidFill>
                  </a:tcPr>
                </a:tc>
              </a:tr>
              <a:tr h="187452">
                <a:tc>
                  <a:txBody>
                    <a:bodyPr/>
                    <a:lstStyle/>
                    <a:p>
                      <a:pPr algn="l"/>
                      <a:r>
                        <a:rPr sz="1000">
                          <a:solidFill>
                            <a:srgbClr val="EAF0FA"/>
                          </a:solidFill>
                          <a:latin typeface="Arial"/>
                        </a:rPr>
                        <a:t>usair</a:t>
                      </a:r>
                    </a:p>
                  </a:txBody>
                  <a:tcPr marL="54864" marR="27432" marT="9144" marB="9144" anchor="ctr">
                    <a:solidFill>
                      <a:srgbClr val="0F1727"/>
                    </a:solidFill>
                  </a:tcPr>
                </a:tc>
                <a:tc>
                  <a:txBody>
                    <a:bodyPr/>
                    <a:lstStyle/>
                    <a:p>
                      <a:pPr algn="ctr"/>
                      <a:r>
                        <a:rPr sz="1000">
                          <a:solidFill>
                            <a:srgbClr val="C6CFDF"/>
                          </a:solidFill>
                          <a:latin typeface="Arial"/>
                        </a:rPr>
                        <a:t>332</a:t>
                      </a:r>
                    </a:p>
                  </a:txBody>
                  <a:tcPr marL="54864" marR="27432" marT="9144" marB="9144" anchor="ctr">
                    <a:solidFill>
                      <a:srgbClr val="0F1727"/>
                    </a:solidFill>
                  </a:tcPr>
                </a:tc>
                <a:tc>
                  <a:txBody>
                    <a:bodyPr/>
                    <a:lstStyle/>
                    <a:p>
                      <a:pPr algn="ctr"/>
                      <a:r>
                        <a:rPr sz="1000">
                          <a:solidFill>
                            <a:srgbClr val="C6CFDF"/>
                          </a:solidFill>
                          <a:latin typeface="Arial"/>
                        </a:rPr>
                        <a:t>2 126</a:t>
                      </a:r>
                    </a:p>
                  </a:txBody>
                  <a:tcPr marL="54864" marR="27432" marT="9144" marB="9144" anchor="ctr">
                    <a:solidFill>
                      <a:srgbClr val="0F1727"/>
                    </a:solidFill>
                  </a:tcPr>
                </a:tc>
                <a:tc>
                  <a:txBody>
                    <a:bodyPr/>
                    <a:lstStyle/>
                    <a:p>
                      <a:pPr algn="ctr"/>
                      <a:r>
                        <a:rPr sz="1000">
                          <a:solidFill>
                            <a:srgbClr val="C6CFDF"/>
                          </a:solidFill>
                          <a:latin typeface="Arial"/>
                        </a:rPr>
                        <a:t>46</a:t>
                      </a:r>
                    </a:p>
                  </a:txBody>
                  <a:tcPr marL="54864" marR="27432" marT="9144" marB="9144" anchor="ctr">
                    <a:solidFill>
                      <a:srgbClr val="0F1727"/>
                    </a:solidFill>
                  </a:tcPr>
                </a:tc>
                <a:tc>
                  <a:txBody>
                    <a:bodyPr/>
                    <a:lstStyle/>
                    <a:p>
                      <a:pPr algn="ctr"/>
                      <a:r>
                        <a:rPr sz="1000">
                          <a:solidFill>
                            <a:srgbClr val="C6CFDF"/>
                          </a:solidFill>
                          <a:latin typeface="Arial"/>
                        </a:rPr>
                        <a:t>46</a:t>
                      </a:r>
                    </a:p>
                  </a:txBody>
                  <a:tcPr marL="54864" marR="27432" marT="9144" marB="9144" anchor="ctr">
                    <a:solidFill>
                      <a:srgbClr val="0F1727"/>
                    </a:solidFill>
                  </a:tcPr>
                </a:tc>
                <a:tc>
                  <a:txBody>
                    <a:bodyPr/>
                    <a:lstStyle/>
                    <a:p>
                      <a:pPr algn="ctr"/>
                      <a:r>
                        <a:rPr sz="1000">
                          <a:solidFill>
                            <a:srgbClr val="C6CFDF"/>
                          </a:solidFill>
                          <a:latin typeface="Arial"/>
                        </a:rPr>
                        <a:t>46</a:t>
                      </a:r>
                    </a:p>
                  </a:txBody>
                  <a:tcPr marL="54864" marR="27432" marT="9144" marB="9144" anchor="ctr">
                    <a:solidFill>
                      <a:srgbClr val="0F1727"/>
                    </a:solidFill>
                  </a:tcPr>
                </a:tc>
                <a:tc>
                  <a:txBody>
                    <a:bodyPr/>
                    <a:lstStyle/>
                    <a:p>
                      <a:pPr algn="ctr"/>
                      <a:r>
                        <a:rPr sz="1000">
                          <a:solidFill>
                            <a:srgbClr val="C6CFDF"/>
                          </a:solidFill>
                          <a:latin typeface="Arial"/>
                        </a:rPr>
                        <a:t>38</a:t>
                      </a:r>
                    </a:p>
                  </a:txBody>
                  <a:tcPr marL="54864" marR="27432" marT="9144" marB="9144" anchor="ctr">
                    <a:solidFill>
                      <a:srgbClr val="0F1727"/>
                    </a:solidFill>
                  </a:tcPr>
                </a:tc>
                <a:tc>
                  <a:txBody>
                    <a:bodyPr/>
                    <a:lstStyle/>
                    <a:p>
                      <a:pPr algn="ctr"/>
                      <a:r>
                        <a:rPr sz="1000">
                          <a:solidFill>
                            <a:srgbClr val="C6CFDF"/>
                          </a:solidFill>
                          <a:latin typeface="Arial"/>
                        </a:rPr>
                        <a:t>46</a:t>
                      </a:r>
                    </a:p>
                  </a:txBody>
                  <a:tcPr marL="54864" marR="27432" marT="9144" marB="9144" anchor="ctr">
                    <a:solidFill>
                      <a:srgbClr val="0F1727"/>
                    </a:solidFill>
                  </a:tcPr>
                </a:tc>
                <a:tc>
                  <a:txBody>
                    <a:bodyPr/>
                    <a:lstStyle/>
                    <a:p>
                      <a:pPr algn="ctr"/>
                      <a:r>
                        <a:rPr sz="1000">
                          <a:solidFill>
                            <a:srgbClr val="C6CFDF"/>
                          </a:solidFill>
                          <a:latin typeface="Arial"/>
                        </a:rPr>
                        <a:t>46</a:t>
                      </a:r>
                    </a:p>
                  </a:txBody>
                  <a:tcPr marL="54864" marR="27432" marT="9144" marB="9144" anchor="ctr">
                    <a:solidFill>
                      <a:srgbClr val="0F1727"/>
                    </a:solidFill>
                  </a:tcPr>
                </a:tc>
              </a:tr>
              <a:tr h="187452">
                <a:tc>
                  <a:txBody>
                    <a:bodyPr/>
                    <a:lstStyle/>
                    <a:p>
                      <a:pPr algn="l"/>
                      <a:r>
                        <a:rPr sz="1000">
                          <a:solidFill>
                            <a:srgbClr val="EAF0FA"/>
                          </a:solidFill>
                          <a:latin typeface="Arial"/>
                        </a:rPr>
                        <a:t>494bus</a:t>
                      </a:r>
                    </a:p>
                  </a:txBody>
                  <a:tcPr marL="54864" marR="27432" marT="9144" marB="9144" anchor="ctr">
                    <a:solidFill>
                      <a:srgbClr val="141D31"/>
                    </a:solidFill>
                  </a:tcPr>
                </a:tc>
                <a:tc>
                  <a:txBody>
                    <a:bodyPr/>
                    <a:lstStyle/>
                    <a:p>
                      <a:pPr algn="ctr"/>
                      <a:r>
                        <a:rPr sz="1000">
                          <a:solidFill>
                            <a:srgbClr val="C6CFDF"/>
                          </a:solidFill>
                          <a:latin typeface="Arial"/>
                        </a:rPr>
                        <a:t>494</a:t>
                      </a:r>
                    </a:p>
                  </a:txBody>
                  <a:tcPr marL="54864" marR="27432" marT="9144" marB="9144" anchor="ctr">
                    <a:solidFill>
                      <a:srgbClr val="141D31"/>
                    </a:solidFill>
                  </a:tcPr>
                </a:tc>
                <a:tc>
                  <a:txBody>
                    <a:bodyPr/>
                    <a:lstStyle/>
                    <a:p>
                      <a:pPr algn="ctr"/>
                      <a:r>
                        <a:rPr sz="1000">
                          <a:solidFill>
                            <a:srgbClr val="C6CFDF"/>
                          </a:solidFill>
                          <a:latin typeface="Arial"/>
                        </a:rPr>
                        <a:t>586</a:t>
                      </a:r>
                    </a:p>
                  </a:txBody>
                  <a:tcPr marL="54864" marR="27432" marT="9144" marB="9144" anchor="ctr">
                    <a:solidFill>
                      <a:srgbClr val="141D31"/>
                    </a:solidFill>
                  </a:tcPr>
                </a:tc>
                <a:tc>
                  <a:txBody>
                    <a:bodyPr/>
                    <a:lstStyle/>
                    <a:p>
                      <a:pPr algn="ctr"/>
                      <a:r>
                        <a:rPr sz="1000">
                          <a:solidFill>
                            <a:srgbClr val="C6CFDF"/>
                          </a:solidFill>
                          <a:latin typeface="Arial"/>
                        </a:rPr>
                        <a:t>142</a:t>
                      </a:r>
                    </a:p>
                  </a:txBody>
                  <a:tcPr marL="54864" marR="27432" marT="9144" marB="9144" anchor="ctr">
                    <a:solidFill>
                      <a:srgbClr val="141D31"/>
                    </a:solidFill>
                  </a:tcPr>
                </a:tc>
                <a:tc>
                  <a:txBody>
                    <a:bodyPr/>
                    <a:lstStyle/>
                    <a:p>
                      <a:pPr algn="ctr"/>
                      <a:r>
                        <a:rPr sz="1000">
                          <a:solidFill>
                            <a:srgbClr val="C6CFDF"/>
                          </a:solidFill>
                          <a:latin typeface="Arial"/>
                        </a:rPr>
                        <a:t>142</a:t>
                      </a:r>
                    </a:p>
                  </a:txBody>
                  <a:tcPr marL="54864" marR="27432" marT="9144" marB="9144" anchor="ctr">
                    <a:solidFill>
                      <a:srgbClr val="141D31"/>
                    </a:solidFill>
                  </a:tcPr>
                </a:tc>
                <a:tc>
                  <a:txBody>
                    <a:bodyPr/>
                    <a:lstStyle/>
                    <a:p>
                      <a:pPr algn="ctr"/>
                      <a:r>
                        <a:rPr sz="1000">
                          <a:solidFill>
                            <a:srgbClr val="C6CFDF"/>
                          </a:solidFill>
                          <a:latin typeface="Arial"/>
                        </a:rPr>
                        <a:t>142</a:t>
                      </a:r>
                    </a:p>
                  </a:txBody>
                  <a:tcPr marL="54864" marR="27432" marT="9144" marB="9144" anchor="ctr">
                    <a:solidFill>
                      <a:srgbClr val="141D31"/>
                    </a:solidFill>
                  </a:tcPr>
                </a:tc>
                <a:tc>
                  <a:txBody>
                    <a:bodyPr/>
                    <a:lstStyle/>
                    <a:p>
                      <a:pPr algn="ctr"/>
                      <a:r>
                        <a:rPr sz="1000">
                          <a:solidFill>
                            <a:srgbClr val="C6CFDF"/>
                          </a:solidFill>
                          <a:latin typeface="Arial"/>
                        </a:rPr>
                        <a:t>109</a:t>
                      </a:r>
                    </a:p>
                  </a:txBody>
                  <a:tcPr marL="54864" marR="27432" marT="9144" marB="9144" anchor="ctr">
                    <a:solidFill>
                      <a:srgbClr val="141D31"/>
                    </a:solidFill>
                  </a:tcPr>
                </a:tc>
                <a:tc>
                  <a:txBody>
                    <a:bodyPr/>
                    <a:lstStyle/>
                    <a:p>
                      <a:pPr algn="ctr"/>
                      <a:r>
                        <a:rPr sz="1000">
                          <a:solidFill>
                            <a:srgbClr val="C6CFDF"/>
                          </a:solidFill>
                          <a:latin typeface="Arial"/>
                        </a:rPr>
                        <a:t>142</a:t>
                      </a:r>
                    </a:p>
                  </a:txBody>
                  <a:tcPr marL="54864" marR="27432" marT="9144" marB="9144" anchor="ctr">
                    <a:solidFill>
                      <a:srgbClr val="141D31"/>
                    </a:solidFill>
                  </a:tcPr>
                </a:tc>
                <a:tc>
                  <a:txBody>
                    <a:bodyPr/>
                    <a:lstStyle/>
                    <a:p>
                      <a:pPr algn="ctr"/>
                      <a:r>
                        <a:rPr sz="1000">
                          <a:solidFill>
                            <a:srgbClr val="C6CFDF"/>
                          </a:solidFill>
                          <a:latin typeface="Arial"/>
                        </a:rPr>
                        <a:t>142</a:t>
                      </a:r>
                    </a:p>
                  </a:txBody>
                  <a:tcPr marL="54864" marR="27432" marT="9144" marB="9144" anchor="ctr">
                    <a:solidFill>
                      <a:srgbClr val="141D31"/>
                    </a:solidFill>
                  </a:tcPr>
                </a:tc>
              </a:tr>
              <a:tr h="187452">
                <a:tc>
                  <a:txBody>
                    <a:bodyPr/>
                    <a:lstStyle/>
                    <a:p>
                      <a:pPr algn="l"/>
                      <a:r>
                        <a:rPr sz="1000">
                          <a:solidFill>
                            <a:srgbClr val="EAF0FA"/>
                          </a:solidFill>
                          <a:latin typeface="Arial"/>
                        </a:rPr>
                        <a:t>662bus</a:t>
                      </a:r>
                    </a:p>
                  </a:txBody>
                  <a:tcPr marL="54864" marR="27432" marT="9144" marB="9144" anchor="ctr">
                    <a:solidFill>
                      <a:srgbClr val="0F1727"/>
                    </a:solidFill>
                  </a:tcPr>
                </a:tc>
                <a:tc>
                  <a:txBody>
                    <a:bodyPr/>
                    <a:lstStyle/>
                    <a:p>
                      <a:pPr algn="ctr"/>
                      <a:r>
                        <a:rPr sz="1000">
                          <a:solidFill>
                            <a:srgbClr val="C6CFDF"/>
                          </a:solidFill>
                          <a:latin typeface="Arial"/>
                        </a:rPr>
                        <a:t>662</a:t>
                      </a:r>
                    </a:p>
                  </a:txBody>
                  <a:tcPr marL="54864" marR="27432" marT="9144" marB="9144" anchor="ctr">
                    <a:solidFill>
                      <a:srgbClr val="0F1727"/>
                    </a:solidFill>
                  </a:tcPr>
                </a:tc>
                <a:tc>
                  <a:txBody>
                    <a:bodyPr/>
                    <a:lstStyle/>
                    <a:p>
                      <a:pPr algn="ctr"/>
                      <a:r>
                        <a:rPr sz="1000">
                          <a:solidFill>
                            <a:srgbClr val="C6CFDF"/>
                          </a:solidFill>
                          <a:latin typeface="Arial"/>
                        </a:rPr>
                        <a:t>906</a:t>
                      </a:r>
                    </a:p>
                  </a:txBody>
                  <a:tcPr marL="54864" marR="27432" marT="9144" marB="9144" anchor="ctr">
                    <a:solidFill>
                      <a:srgbClr val="0F1727"/>
                    </a:solidFill>
                  </a:tcPr>
                </a:tc>
                <a:tc>
                  <a:txBody>
                    <a:bodyPr/>
                    <a:lstStyle/>
                    <a:p>
                      <a:pPr algn="ctr"/>
                      <a:r>
                        <a:rPr sz="1000">
                          <a:solidFill>
                            <a:srgbClr val="C6CFDF"/>
                          </a:solidFill>
                          <a:latin typeface="Arial"/>
                        </a:rPr>
                        <a:t>305</a:t>
                      </a:r>
                    </a:p>
                  </a:txBody>
                  <a:tcPr marL="54864" marR="27432" marT="9144" marB="9144" anchor="ctr">
                    <a:solidFill>
                      <a:srgbClr val="0F1727"/>
                    </a:solidFill>
                  </a:tcPr>
                </a:tc>
                <a:tc>
                  <a:txBody>
                    <a:bodyPr/>
                    <a:lstStyle/>
                    <a:p>
                      <a:pPr algn="ctr"/>
                      <a:r>
                        <a:rPr sz="1000">
                          <a:solidFill>
                            <a:srgbClr val="C6CFDF"/>
                          </a:solidFill>
                          <a:latin typeface="Arial"/>
                        </a:rPr>
                        <a:t>305</a:t>
                      </a:r>
                    </a:p>
                  </a:txBody>
                  <a:tcPr marL="54864" marR="27432" marT="9144" marB="9144" anchor="ctr">
                    <a:solidFill>
                      <a:srgbClr val="0F1727"/>
                    </a:solidFill>
                  </a:tcPr>
                </a:tc>
                <a:tc>
                  <a:txBody>
                    <a:bodyPr/>
                    <a:lstStyle/>
                    <a:p>
                      <a:pPr algn="ctr"/>
                      <a:r>
                        <a:rPr sz="1000">
                          <a:solidFill>
                            <a:srgbClr val="C6CFDF"/>
                          </a:solidFill>
                          <a:latin typeface="Arial"/>
                        </a:rPr>
                        <a:t>305</a:t>
                      </a:r>
                    </a:p>
                  </a:txBody>
                  <a:tcPr marL="54864" marR="27432" marT="9144" marB="9144" anchor="ctr">
                    <a:solidFill>
                      <a:srgbClr val="0F1727"/>
                    </a:solidFill>
                  </a:tcPr>
                </a:tc>
                <a:tc>
                  <a:txBody>
                    <a:bodyPr/>
                    <a:lstStyle/>
                    <a:p>
                      <a:pPr algn="ctr"/>
                      <a:r>
                        <a:rPr sz="1000">
                          <a:solidFill>
                            <a:srgbClr val="C6CFDF"/>
                          </a:solidFill>
                          <a:latin typeface="Arial"/>
                        </a:rPr>
                        <a:t>237</a:t>
                      </a:r>
                    </a:p>
                  </a:txBody>
                  <a:tcPr marL="54864" marR="27432" marT="9144" marB="9144" anchor="ctr">
                    <a:solidFill>
                      <a:srgbClr val="0F1727"/>
                    </a:solidFill>
                  </a:tcPr>
                </a:tc>
                <a:tc>
                  <a:txBody>
                    <a:bodyPr/>
                    <a:lstStyle/>
                    <a:p>
                      <a:pPr algn="ctr"/>
                      <a:r>
                        <a:rPr sz="1000">
                          <a:solidFill>
                            <a:srgbClr val="C6CFDF"/>
                          </a:solidFill>
                          <a:latin typeface="Arial"/>
                        </a:rPr>
                        <a:t>277</a:t>
                      </a:r>
                    </a:p>
                  </a:txBody>
                  <a:tcPr marL="54864" marR="27432" marT="9144" marB="9144" anchor="ctr">
                    <a:solidFill>
                      <a:srgbClr val="0F1727"/>
                    </a:solidFill>
                  </a:tcPr>
                </a:tc>
                <a:tc>
                  <a:txBody>
                    <a:bodyPr/>
                    <a:lstStyle/>
                    <a:p>
                      <a:pPr algn="ctr"/>
                      <a:r>
                        <a:rPr sz="1000">
                          <a:solidFill>
                            <a:srgbClr val="C6CFDF"/>
                          </a:solidFill>
                          <a:latin typeface="Arial"/>
                        </a:rPr>
                        <a:t>298</a:t>
                      </a:r>
                    </a:p>
                  </a:txBody>
                  <a:tcPr marL="54864" marR="27432" marT="9144" marB="9144" anchor="ctr">
                    <a:solidFill>
                      <a:srgbClr val="0F1727"/>
                    </a:solidFill>
                  </a:tcPr>
                </a:tc>
              </a:tr>
              <a:tr h="187452">
                <a:tc>
                  <a:txBody>
                    <a:bodyPr/>
                    <a:lstStyle/>
                    <a:p>
                      <a:pPr algn="l"/>
                      <a:r>
                        <a:rPr sz="1000">
                          <a:solidFill>
                            <a:srgbClr val="EAF0FA"/>
                          </a:solidFill>
                          <a:latin typeface="Arial"/>
                        </a:rPr>
                        <a:t>yeast</a:t>
                      </a:r>
                    </a:p>
                  </a:txBody>
                  <a:tcPr marL="54864" marR="27432" marT="9144" marB="9144" anchor="ctr">
                    <a:solidFill>
                      <a:srgbClr val="141D31"/>
                    </a:solidFill>
                  </a:tcPr>
                </a:tc>
                <a:tc>
                  <a:txBody>
                    <a:bodyPr/>
                    <a:lstStyle/>
                    <a:p>
                      <a:pPr algn="ctr"/>
                      <a:r>
                        <a:rPr sz="1000">
                          <a:solidFill>
                            <a:srgbClr val="C6CFDF"/>
                          </a:solidFill>
                          <a:latin typeface="Arial"/>
                        </a:rPr>
                        <a:t>2 361</a:t>
                      </a:r>
                    </a:p>
                  </a:txBody>
                  <a:tcPr marL="54864" marR="27432" marT="9144" marB="9144" anchor="ctr">
                    <a:solidFill>
                      <a:srgbClr val="141D31"/>
                    </a:solidFill>
                  </a:tcPr>
                </a:tc>
                <a:tc>
                  <a:txBody>
                    <a:bodyPr/>
                    <a:lstStyle/>
                    <a:p>
                      <a:pPr algn="ctr"/>
                      <a:r>
                        <a:rPr sz="1000">
                          <a:solidFill>
                            <a:srgbClr val="C6CFDF"/>
                          </a:solidFill>
                          <a:latin typeface="Arial"/>
                        </a:rPr>
                        <a:t>6 646</a:t>
                      </a:r>
                    </a:p>
                  </a:txBody>
                  <a:tcPr marL="54864" marR="27432" marT="9144" marB="9144" anchor="ctr">
                    <a:solidFill>
                      <a:srgbClr val="141D31"/>
                    </a:solidFill>
                  </a:tcPr>
                </a:tc>
                <a:tc>
                  <a:txBody>
                    <a:bodyPr/>
                    <a:lstStyle/>
                    <a:p>
                      <a:pPr algn="ctr"/>
                      <a:r>
                        <a:rPr sz="1000">
                          <a:solidFill>
                            <a:srgbClr val="C6CFDF"/>
                          </a:solidFill>
                          <a:latin typeface="Arial"/>
                        </a:rPr>
                        <a:t>?</a:t>
                      </a:r>
                    </a:p>
                  </a:txBody>
                  <a:tcPr marL="54864" marR="27432" marT="9144" marB="9144" anchor="ctr">
                    <a:solidFill>
                      <a:srgbClr val="141D31"/>
                    </a:solidFill>
                  </a:tcPr>
                </a:tc>
                <a:tc>
                  <a:txBody>
                    <a:bodyPr/>
                    <a:lstStyle/>
                    <a:p>
                      <a:pPr algn="ctr"/>
                      <a:r>
                        <a:rPr sz="1000">
                          <a:solidFill>
                            <a:srgbClr val="C6CFDF"/>
                          </a:solidFill>
                          <a:latin typeface="Arial"/>
                        </a:rPr>
                        <a:t>142</a:t>
                      </a:r>
                    </a:p>
                  </a:txBody>
                  <a:tcPr marL="54864" marR="27432" marT="9144" marB="9144" anchor="ctr">
                    <a:solidFill>
                      <a:srgbClr val="141D31"/>
                    </a:solidFill>
                  </a:tcPr>
                </a:tc>
                <a:tc>
                  <a:txBody>
                    <a:bodyPr/>
                    <a:lstStyle/>
                    <a:p>
                      <a:pPr algn="ctr"/>
                      <a:r>
                        <a:rPr sz="1000">
                          <a:solidFill>
                            <a:srgbClr val="C6CFDF"/>
                          </a:solidFill>
                          <a:latin typeface="Arial"/>
                        </a:rPr>
                        <a:t>184</a:t>
                      </a:r>
                    </a:p>
                  </a:txBody>
                  <a:tcPr marL="54864" marR="27432" marT="9144" marB="9144" anchor="ctr">
                    <a:solidFill>
                      <a:srgbClr val="141D31"/>
                    </a:solidFill>
                  </a:tcPr>
                </a:tc>
                <a:tc>
                  <a:txBody>
                    <a:bodyPr/>
                    <a:lstStyle/>
                    <a:p>
                      <a:pPr algn="ctr"/>
                      <a:r>
                        <a:rPr sz="1000">
                          <a:solidFill>
                            <a:srgbClr val="C6CFDF"/>
                          </a:solidFill>
                          <a:latin typeface="Arial"/>
                        </a:rPr>
                        <a:t>204</a:t>
                      </a:r>
                    </a:p>
                  </a:txBody>
                  <a:tcPr marL="54864" marR="27432" marT="9144" marB="9144" anchor="ctr">
                    <a:solidFill>
                      <a:srgbClr val="141D31"/>
                    </a:solidFill>
                  </a:tcPr>
                </a:tc>
                <a:tc>
                  <a:txBody>
                    <a:bodyPr/>
                    <a:lstStyle/>
                    <a:p>
                      <a:pPr algn="ctr"/>
                      <a:r>
                        <a:rPr sz="1000">
                          <a:solidFill>
                            <a:srgbClr val="C6CFDF"/>
                          </a:solidFill>
                          <a:latin typeface="Arial"/>
                        </a:rPr>
                        <a:t>300</a:t>
                      </a:r>
                    </a:p>
                  </a:txBody>
                  <a:tcPr marL="54864" marR="27432" marT="9144" marB="9144" anchor="ctr">
                    <a:solidFill>
                      <a:srgbClr val="141D31"/>
                    </a:solidFill>
                  </a:tcPr>
                </a:tc>
                <a:tc>
                  <a:txBody>
                    <a:bodyPr/>
                    <a:lstStyle/>
                    <a:p>
                      <a:pPr algn="ctr"/>
                      <a:r>
                        <a:rPr sz="1000">
                          <a:solidFill>
                            <a:srgbClr val="C6CFDF"/>
                          </a:solidFill>
                          <a:latin typeface="Arial"/>
                        </a:rPr>
                        <a:t>387</a:t>
                      </a:r>
                    </a:p>
                  </a:txBody>
                  <a:tcPr marL="54864" marR="27432" marT="9144" marB="9144" anchor="ctr">
                    <a:solidFill>
                      <a:srgbClr val="141D31"/>
                    </a:solidFill>
                  </a:tcPr>
                </a:tc>
              </a:tr>
              <a:tr h="187452">
                <a:tc>
                  <a:txBody>
                    <a:bodyPr/>
                    <a:lstStyle/>
                    <a:p>
                      <a:pPr algn="l"/>
                      <a:r>
                        <a:rPr sz="1000">
                          <a:solidFill>
                            <a:srgbClr val="EAF0FA"/>
                          </a:solidFill>
                          <a:latin typeface="Arial"/>
                        </a:rPr>
                        <a:t>gen-hard-5000</a:t>
                      </a:r>
                    </a:p>
                  </a:txBody>
                  <a:tcPr marL="54864" marR="27432" marT="9144" marB="9144" anchor="ctr">
                    <a:solidFill>
                      <a:srgbClr val="0F1727"/>
                    </a:solidFill>
                  </a:tcPr>
                </a:tc>
                <a:tc>
                  <a:txBody>
                    <a:bodyPr/>
                    <a:lstStyle/>
                    <a:p>
                      <a:pPr algn="ctr"/>
                      <a:r>
                        <a:rPr sz="1000">
                          <a:solidFill>
                            <a:srgbClr val="C6CFDF"/>
                          </a:solidFill>
                          <a:latin typeface="Arial"/>
                        </a:rPr>
                        <a:t>5 000</a:t>
                      </a:r>
                    </a:p>
                  </a:txBody>
                  <a:tcPr marL="54864" marR="27432" marT="9144" marB="9144" anchor="ctr">
                    <a:solidFill>
                      <a:srgbClr val="0F1727"/>
                    </a:solidFill>
                  </a:tcPr>
                </a:tc>
                <a:tc>
                  <a:txBody>
                    <a:bodyPr/>
                    <a:lstStyle/>
                    <a:p>
                      <a:pPr algn="ctr"/>
                      <a:r>
                        <a:rPr sz="1000">
                          <a:solidFill>
                            <a:srgbClr val="C6CFDF"/>
                          </a:solidFill>
                          <a:latin typeface="Arial"/>
                        </a:rPr>
                        <a:t>1 310 158</a:t>
                      </a:r>
                    </a:p>
                  </a:txBody>
                  <a:tcPr marL="54864" marR="27432" marT="9144" marB="9144" anchor="ctr">
                    <a:solidFill>
                      <a:srgbClr val="0F1727"/>
                    </a:solidFill>
                  </a:tcPr>
                </a:tc>
                <a:tc>
                  <a:txBody>
                    <a:bodyPr/>
                    <a:lstStyle/>
                    <a:p>
                      <a:pPr algn="ctr"/>
                      <a:r>
                        <a:rPr sz="1000">
                          <a:solidFill>
                            <a:srgbClr val="C6CFDF"/>
                          </a:solidFill>
                          <a:latin typeface="Arial"/>
                        </a:rPr>
                        <a:t>≥1600</a:t>
                      </a:r>
                    </a:p>
                  </a:txBody>
                  <a:tcPr marL="54864" marR="27432" marT="9144" marB="9144" anchor="ctr">
                    <a:solidFill>
                      <a:srgbClr val="0F1727"/>
                    </a:solidFill>
                  </a:tcPr>
                </a:tc>
                <a:tc>
                  <a:txBody>
                    <a:bodyPr/>
                    <a:lstStyle/>
                    <a:p>
                      <a:pPr algn="ctr"/>
                      <a:r>
                        <a:rPr sz="1000">
                          <a:solidFill>
                            <a:srgbClr val="C6CFDF"/>
                          </a:solidFill>
                          <a:latin typeface="Arial"/>
                        </a:rPr>
                        <a:t>51</a:t>
                      </a:r>
                    </a:p>
                  </a:txBody>
                  <a:tcPr marL="54864" marR="27432" marT="9144" marB="9144" anchor="ctr">
                    <a:solidFill>
                      <a:srgbClr val="0F1727"/>
                    </a:solidFill>
                  </a:tcPr>
                </a:tc>
                <a:tc>
                  <a:txBody>
                    <a:bodyPr/>
                    <a:lstStyle/>
                    <a:p>
                      <a:pPr algn="ctr"/>
                      <a:r>
                        <a:rPr sz="1000">
                          <a:solidFill>
                            <a:srgbClr val="C6CFDF"/>
                          </a:solidFill>
                          <a:latin typeface="Arial"/>
                        </a:rPr>
                        <a:t>51</a:t>
                      </a:r>
                    </a:p>
                  </a:txBody>
                  <a:tcPr marL="54864" marR="27432" marT="9144" marB="9144" anchor="ctr">
                    <a:solidFill>
                      <a:srgbClr val="0F1727"/>
                    </a:solidFill>
                  </a:tcPr>
                </a:tc>
                <a:tc>
                  <a:txBody>
                    <a:bodyPr/>
                    <a:lstStyle/>
                    <a:p>
                      <a:pPr algn="ctr"/>
                      <a:r>
                        <a:rPr sz="1000">
                          <a:solidFill>
                            <a:srgbClr val="C6CFDF"/>
                          </a:solidFill>
                          <a:latin typeface="Arial"/>
                        </a:rPr>
                        <a:t>313</a:t>
                      </a:r>
                    </a:p>
                  </a:txBody>
                  <a:tcPr marL="54864" marR="27432" marT="9144" marB="9144" anchor="ctr">
                    <a:solidFill>
                      <a:srgbClr val="0F1727"/>
                    </a:solidFill>
                  </a:tcPr>
                </a:tc>
                <a:tc>
                  <a:txBody>
                    <a:bodyPr/>
                    <a:lstStyle/>
                    <a:p>
                      <a:pPr algn="ctr"/>
                      <a:r>
                        <a:rPr sz="1000">
                          <a:solidFill>
                            <a:srgbClr val="C6CFDF"/>
                          </a:solidFill>
                          <a:latin typeface="Arial"/>
                        </a:rPr>
                        <a:t>387</a:t>
                      </a:r>
                    </a:p>
                  </a:txBody>
                  <a:tcPr marL="54864" marR="27432" marT="9144" marB="9144" anchor="ctr">
                    <a:solidFill>
                      <a:srgbClr val="0F1727"/>
                    </a:solidFill>
                  </a:tcPr>
                </a:tc>
                <a:tc>
                  <a:txBody>
                    <a:bodyPr/>
                    <a:lstStyle/>
                    <a:p>
                      <a:pPr algn="ctr"/>
                      <a:r>
                        <a:rPr sz="1000">
                          <a:solidFill>
                            <a:srgbClr val="C6CFDF"/>
                          </a:solidFill>
                          <a:latin typeface="Arial"/>
                        </a:rPr>
                        <a:t>336</a:t>
                      </a:r>
                    </a:p>
                  </a:txBody>
                  <a:tcPr marL="54864" marR="27432" marT="9144" marB="9144" anchor="ctr">
                    <a:solidFill>
                      <a:srgbClr val="0F1727"/>
                    </a:solidFill>
                  </a:tcPr>
                </a:tc>
              </a:tr>
            </a:tbl>
          </a:graphicData>
        </a:graphic>
      </p:graphicFrame>
      <p:sp>
        <p:nvSpPr>
          <p:cNvPr id="5" name="TextBox 4"/>
          <p:cNvSpPr txBox="1"/>
          <p:nvPr/>
        </p:nvSpPr>
        <p:spPr>
          <a:xfrm>
            <a:off x="1097280" y="6355080"/>
            <a:ext cx="9966960" cy="411480"/>
          </a:xfrm>
          <a:prstGeom prst="rect">
            <a:avLst/>
          </a:prstGeom>
          <a:noFill/>
        </p:spPr>
        <p:txBody>
          <a:bodyPr wrap="square">
            <a:spAutoFit/>
          </a:bodyPr>
          <a:lstStyle/>
          <a:p>
            <a:pPr algn="l">
              <a:spcAft>
                <a:spcPts val="0"/>
              </a:spcAft>
              <a:buNone/>
            </a:pPr>
            <a:r>
              <a:rPr sz="1100" b="0" i="0">
                <a:solidFill>
                  <a:srgbClr val="97A2B8"/>
                </a:solidFill>
                <a:latin typeface="Arial"/>
              </a:rPr>
              <a:t>* GA/ACO: media pe 5 rulări (rotunjită), conform Tabelului 3.1 din lucrare.</a:t>
            </a:r>
          </a:p>
        </p:txBody>
      </p:sp>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Backup: formulările ILP</a:t>
            </a:r>
          </a:p>
          <a:p>
            <a:pPr algn="l">
              <a:spcAft>
                <a:spcPts val="0"/>
              </a:spcAft>
              <a:buNone/>
            </a:pPr>
            <a:r>
              <a:rPr sz="1400" b="0" i="0">
                <a:solidFill>
                  <a:srgbClr val="97A2B8"/>
                </a:solidFill>
                <a:latin typeface="Arial"/>
              </a:rPr>
              <a:t>Matsypura et al. 2019: drumul ca o plimbare în timp</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p3.png"/>
          <p:cNvPicPr>
            <a:picLocks noChangeAspect="1"/>
          </p:cNvPicPr>
          <p:nvPr/>
        </p:nvPicPr>
        <p:blipFill>
          <a:blip r:embed="rId2"/>
          <a:stretch>
            <a:fillRect/>
          </a:stretch>
        </p:blipFill>
        <p:spPr>
          <a:xfrm>
            <a:off x="612648" y="1234440"/>
            <a:ext cx="10972800" cy="4512221"/>
          </a:xfrm>
          <a:prstGeom prst="rect">
            <a:avLst/>
          </a:prstGeom>
        </p:spPr>
      </p:pic>
      <p:sp>
        <p:nvSpPr>
          <p:cNvPr id="5" name="TextBox 4"/>
          <p:cNvSpPr txBox="1"/>
          <p:nvPr/>
        </p:nvSpPr>
        <p:spPr>
          <a:xfrm>
            <a:off x="731520" y="5989320"/>
            <a:ext cx="10789920" cy="731520"/>
          </a:xfrm>
          <a:prstGeom prst="rect">
            <a:avLst/>
          </a:prstGeom>
          <a:noFill/>
        </p:spPr>
        <p:txBody>
          <a:bodyPr wrap="square">
            <a:spAutoFit/>
          </a:bodyPr>
          <a:lstStyle/>
          <a:p>
            <a:pPr algn="ctr">
              <a:spcAft>
                <a:spcPts val="0"/>
              </a:spcAft>
              <a:buNone/>
            </a:pPr>
            <a:r>
              <a:rPr sz="1500" b="0" i="0">
                <a:solidFill>
                  <a:srgbClr val="C6CFDF"/>
                </a:solidFill>
                <a:latin typeface="Arial"/>
              </a:rPr>
              <a:t>Formulările ulterioare (Bökler et al. 2020) întăresc modelul, dar numărul de variabile și de restricții crește rapid cu dimensiunea grafului.</a:t>
            </a:r>
          </a:p>
        </p:txBody>
      </p:sp>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